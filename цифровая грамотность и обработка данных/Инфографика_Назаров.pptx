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6"/>
  </p:notesMasterIdLst>
  <p:handoutMasterIdLst>
    <p:handoutMasterId r:id="rId7"/>
  </p:handoutMasterIdLst>
  <p:sldIdLst>
    <p:sldId id="256" r:id="rId5"/>
  </p:sldIdLst>
  <p:sldSz cx="6858000" cy="9144000" type="screen4x3"/>
  <p:notesSz cx="6858000" cy="9144000"/>
  <p:defaultTextStyle>
    <a:defPPr rtl="0"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160" userDrawn="1">
          <p15:clr>
            <a:srgbClr val="A4A3A4"/>
          </p15:clr>
        </p15:guide>
        <p15:guide id="3" orient="horz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B800"/>
    <a:srgbClr val="474B53"/>
    <a:srgbClr val="191E28"/>
    <a:srgbClr val="DF3A42"/>
    <a:srgbClr val="E75B2B"/>
    <a:srgbClr val="F47200"/>
    <a:srgbClr val="E28D17"/>
    <a:srgbClr val="D5A300"/>
    <a:srgbClr val="A1AF10"/>
    <a:srgbClr val="77B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2179" y="77"/>
      </p:cViewPr>
      <p:guideLst>
        <p:guide pos="2160"/>
        <p:guide orient="horz"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9" d="100"/>
          <a:sy n="89" d="100"/>
        </p:scale>
        <p:origin x="303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E87E1F32-670E-42A1-BB79-BE7CF13D3D4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7952D9F-355D-4E4D-9520-4A19B29476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D3ED482-2301-49DB-AF80-0E917BFFD455}" type="datetime1">
              <a:rPr lang="ru-RU" smtClean="0"/>
              <a:t>13.02.2026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C1D824E-CABD-4018-B1C4-F54DF49C3C8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 4">
            <a:extLst>
              <a:ext uri="{FF2B5EF4-FFF2-40B4-BE49-F238E27FC236}">
                <a16:creationId xmlns:a16="http://schemas.microsoft.com/office/drawing/2014/main" id="{568D1F29-09CA-482E-8686-EEE88BB73D4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869D12F-E8AC-48C0-8B1F-BD566648D8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465475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E2D2155-D1B4-485F-81F2-3D9E08B7638C}" type="datetime1">
              <a:rPr lang="ru-RU" noProof="0" smtClean="0"/>
              <a:t>13.02.2026</a:t>
            </a:fld>
            <a:endParaRPr lang="ru-RU" noProof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8136092-2EDF-47BF-99B1-B87430F95B70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60305659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8136092-2EDF-47BF-99B1-B87430F95B70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876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9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svg"/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png"/><Relationship Id="rId41" Type="http://schemas.openxmlformats.org/officeDocument/2006/relationships/image" Target="../media/image4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EF799AA8-8B5E-4CF5-9975-99FDD726FFD3}"/>
              </a:ext>
            </a:extLst>
          </p:cNvPr>
          <p:cNvGrpSpPr/>
          <p:nvPr userDrawn="1"/>
        </p:nvGrpSpPr>
        <p:grpSpPr>
          <a:xfrm>
            <a:off x="1999692" y="0"/>
            <a:ext cx="2858616" cy="9144000"/>
            <a:chOff x="2157768" y="0"/>
            <a:chExt cx="2858616" cy="9144000"/>
          </a:xfrm>
        </p:grpSpPr>
        <p:pic>
          <p:nvPicPr>
            <p:cNvPr id="3" name="Графический объект 2">
              <a:extLst>
                <a:ext uri="{FF2B5EF4-FFF2-40B4-BE49-F238E27FC236}">
                  <a16:creationId xmlns:a16="http://schemas.microsoft.com/office/drawing/2014/main" id="{4C5FBD76-8904-4E42-AE88-D512DA7052DA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57984" y="0"/>
              <a:ext cx="2858400" cy="2122490"/>
            </a:xfrm>
            <a:prstGeom prst="rect">
              <a:avLst/>
            </a:prstGeom>
          </p:spPr>
        </p:pic>
        <p:pic>
          <p:nvPicPr>
            <p:cNvPr id="4" name="Графический объект 3">
              <a:extLst>
                <a:ext uri="{FF2B5EF4-FFF2-40B4-BE49-F238E27FC236}">
                  <a16:creationId xmlns:a16="http://schemas.microsoft.com/office/drawing/2014/main" id="{AA3BC40D-C194-4EEE-8E69-4ED4ECFDEBE8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57984" y="1992793"/>
              <a:ext cx="2858400" cy="1598400"/>
            </a:xfrm>
            <a:prstGeom prst="rect">
              <a:avLst/>
            </a:prstGeom>
          </p:spPr>
        </p:pic>
        <p:pic>
          <p:nvPicPr>
            <p:cNvPr id="6" name="Графический объект 5">
              <a:extLst>
                <a:ext uri="{FF2B5EF4-FFF2-40B4-BE49-F238E27FC236}">
                  <a16:creationId xmlns:a16="http://schemas.microsoft.com/office/drawing/2014/main" id="{CD689866-F1C0-4715-81BF-9196A55EDE9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57768" y="3434239"/>
              <a:ext cx="2854286" cy="1598400"/>
            </a:xfrm>
            <a:prstGeom prst="rect">
              <a:avLst/>
            </a:prstGeom>
          </p:spPr>
        </p:pic>
        <p:pic>
          <p:nvPicPr>
            <p:cNvPr id="61" name="Графический объект 60">
              <a:extLst>
                <a:ext uri="{FF2B5EF4-FFF2-40B4-BE49-F238E27FC236}">
                  <a16:creationId xmlns:a16="http://schemas.microsoft.com/office/drawing/2014/main" id="{DF44A126-1FEE-452F-85E5-3E973F14245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57984" y="4873949"/>
              <a:ext cx="2854286" cy="1598400"/>
            </a:xfrm>
            <a:prstGeom prst="rect">
              <a:avLst/>
            </a:prstGeom>
          </p:spPr>
        </p:pic>
        <p:pic>
          <p:nvPicPr>
            <p:cNvPr id="62" name="Графический объект 61">
              <a:extLst>
                <a:ext uri="{FF2B5EF4-FFF2-40B4-BE49-F238E27FC236}">
                  <a16:creationId xmlns:a16="http://schemas.microsoft.com/office/drawing/2014/main" id="{9F5B1665-7823-4B65-9CA6-373B04C106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58200" y="6316234"/>
              <a:ext cx="2854286" cy="1598400"/>
            </a:xfrm>
            <a:prstGeom prst="rect">
              <a:avLst/>
            </a:prstGeom>
          </p:spPr>
        </p:pic>
        <p:pic>
          <p:nvPicPr>
            <p:cNvPr id="11" name="Графический объект 10">
              <a:extLst>
                <a:ext uri="{FF2B5EF4-FFF2-40B4-BE49-F238E27FC236}">
                  <a16:creationId xmlns:a16="http://schemas.microsoft.com/office/drawing/2014/main" id="{6516D51E-C5EF-493C-A49F-FA5A03131D58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428568" y="7830000"/>
              <a:ext cx="1587600" cy="1314000"/>
            </a:xfrm>
            <a:prstGeom prst="rect">
              <a:avLst/>
            </a:prstGeom>
          </p:spPr>
        </p:pic>
      </p:grpSp>
      <p:pic>
        <p:nvPicPr>
          <p:cNvPr id="15" name="Графический объект 14">
            <a:extLst>
              <a:ext uri="{FF2B5EF4-FFF2-40B4-BE49-F238E27FC236}">
                <a16:creationId xmlns:a16="http://schemas.microsoft.com/office/drawing/2014/main" id="{F6C46E00-3822-4C50-9645-1D8C321873EB}"/>
              </a:ext>
            </a:extLst>
          </p:cNvPr>
          <p:cNvPicPr preferRelativeResize="0">
            <a:picLocks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48635" y="-1"/>
            <a:ext cx="2757600" cy="2061999"/>
          </a:xfrm>
          <a:prstGeom prst="rect">
            <a:avLst/>
          </a:prstGeom>
        </p:spPr>
      </p:pic>
      <p:pic>
        <p:nvPicPr>
          <p:cNvPr id="23" name="Графический объект 22">
            <a:extLst>
              <a:ext uri="{FF2B5EF4-FFF2-40B4-BE49-F238E27FC236}">
                <a16:creationId xmlns:a16="http://schemas.microsoft.com/office/drawing/2014/main" id="{806B0370-83C6-482C-A9C3-4659AB1E3CF0}"/>
              </a:ext>
            </a:extLst>
          </p:cNvPr>
          <p:cNvPicPr preferRelativeResize="0">
            <a:picLocks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48635" y="2036065"/>
            <a:ext cx="2757600" cy="1498569"/>
          </a:xfrm>
          <a:prstGeom prst="rect">
            <a:avLst/>
          </a:prstGeom>
        </p:spPr>
      </p:pic>
      <p:pic>
        <p:nvPicPr>
          <p:cNvPr id="35" name="Графический объект 34">
            <a:extLst>
              <a:ext uri="{FF2B5EF4-FFF2-40B4-BE49-F238E27FC236}">
                <a16:creationId xmlns:a16="http://schemas.microsoft.com/office/drawing/2014/main" id="{BC672D68-3DAD-4B79-95BD-57D7C75F60A1}"/>
              </a:ext>
            </a:extLst>
          </p:cNvPr>
          <p:cNvPicPr preferRelativeResize="0">
            <a:picLocks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048635" y="3477556"/>
            <a:ext cx="2757600" cy="1497600"/>
          </a:xfrm>
          <a:prstGeom prst="rect">
            <a:avLst/>
          </a:prstGeom>
        </p:spPr>
      </p:pic>
      <p:pic>
        <p:nvPicPr>
          <p:cNvPr id="58" name="Графический объект 57">
            <a:extLst>
              <a:ext uri="{FF2B5EF4-FFF2-40B4-BE49-F238E27FC236}">
                <a16:creationId xmlns:a16="http://schemas.microsoft.com/office/drawing/2014/main" id="{B8180608-A80A-409D-B02A-35C4F9DB1EC4}"/>
              </a:ext>
            </a:extLst>
          </p:cNvPr>
          <p:cNvPicPr preferRelativeResize="0">
            <a:picLocks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048635" y="4915656"/>
            <a:ext cx="2757600" cy="1497600"/>
          </a:xfrm>
          <a:prstGeom prst="rect">
            <a:avLst/>
          </a:prstGeom>
        </p:spPr>
      </p:pic>
      <p:pic>
        <p:nvPicPr>
          <p:cNvPr id="71" name="Графический объект 70">
            <a:extLst>
              <a:ext uri="{FF2B5EF4-FFF2-40B4-BE49-F238E27FC236}">
                <a16:creationId xmlns:a16="http://schemas.microsoft.com/office/drawing/2014/main" id="{0FF81C97-DE5D-4DFC-83AA-6F65EC3EB8F1}"/>
              </a:ext>
            </a:extLst>
          </p:cNvPr>
          <p:cNvPicPr preferRelativeResize="0">
            <a:picLocks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048635" y="6365084"/>
            <a:ext cx="2757600" cy="1497600"/>
          </a:xfrm>
          <a:prstGeom prst="rect">
            <a:avLst/>
          </a:prstGeom>
        </p:spPr>
      </p:pic>
      <p:pic>
        <p:nvPicPr>
          <p:cNvPr id="90" name="Графический объект 89">
            <a:extLst>
              <a:ext uri="{FF2B5EF4-FFF2-40B4-BE49-F238E27FC236}">
                <a16:creationId xmlns:a16="http://schemas.microsoft.com/office/drawing/2014/main" id="{C1A8DC0F-B0F0-4E15-9642-9FC080079EC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320892" y="7829986"/>
            <a:ext cx="1486800" cy="1308892"/>
          </a:xfrm>
          <a:prstGeom prst="rect">
            <a:avLst/>
          </a:prstGeom>
        </p:spPr>
      </p:pic>
      <p:pic>
        <p:nvPicPr>
          <p:cNvPr id="95" name="Рисунок 94" descr="Крупный план логотипа&#10;&#10;Описание создано с очень высокой степенью достоверности">
            <a:extLst>
              <a:ext uri="{FF2B5EF4-FFF2-40B4-BE49-F238E27FC236}">
                <a16:creationId xmlns:a16="http://schemas.microsoft.com/office/drawing/2014/main" id="{46BADA27-1431-44DB-AE87-0052CCA4FACD}"/>
              </a:ext>
            </a:extLst>
          </p:cNvPr>
          <p:cNvPicPr preferRelativeResize="0">
            <a:picLocks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2429739" y="936065"/>
            <a:ext cx="1416113" cy="1397770"/>
          </a:xfrm>
          <a:prstGeom prst="rect">
            <a:avLst/>
          </a:prstGeom>
        </p:spPr>
      </p:pic>
      <p:sp>
        <p:nvSpPr>
          <p:cNvPr id="96" name="Рисунок 73">
            <a:extLst>
              <a:ext uri="{FF2B5EF4-FFF2-40B4-BE49-F238E27FC236}">
                <a16:creationId xmlns:a16="http://schemas.microsoft.com/office/drawing/2014/main" id="{F2FA5F01-5003-4089-BB04-B5F22F24091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425631" y="918966"/>
            <a:ext cx="813600" cy="813600"/>
          </a:xfrm>
          <a:prstGeom prst="ellipse">
            <a:avLst/>
          </a:prstGeom>
          <a:solidFill>
            <a:schemeClr val="tx1"/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pic>
        <p:nvPicPr>
          <p:cNvPr id="97" name="Рисунок 96" descr="Крупный план логотипа&#10;&#10;Описание создано с очень высокой степенью достоверности">
            <a:extLst>
              <a:ext uri="{FF2B5EF4-FFF2-40B4-BE49-F238E27FC236}">
                <a16:creationId xmlns:a16="http://schemas.microsoft.com/office/drawing/2014/main" id="{3403E16F-BF67-4BC6-938B-B540E81E3B9A}"/>
              </a:ext>
            </a:extLst>
          </p:cNvPr>
          <p:cNvPicPr preferRelativeResize="0">
            <a:picLocks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2437955" y="2405424"/>
            <a:ext cx="1416113" cy="1397770"/>
          </a:xfrm>
          <a:prstGeom prst="rect">
            <a:avLst/>
          </a:prstGeom>
        </p:spPr>
      </p:pic>
      <p:sp>
        <p:nvSpPr>
          <p:cNvPr id="98" name="Рисунок 73">
            <a:extLst>
              <a:ext uri="{FF2B5EF4-FFF2-40B4-BE49-F238E27FC236}">
                <a16:creationId xmlns:a16="http://schemas.microsoft.com/office/drawing/2014/main" id="{8ADA19E5-32D4-4E60-A2D3-18859AF0950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425631" y="2388325"/>
            <a:ext cx="813600" cy="813600"/>
          </a:xfrm>
          <a:prstGeom prst="ellipse">
            <a:avLst/>
          </a:prstGeom>
          <a:solidFill>
            <a:schemeClr val="tx1"/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pic>
        <p:nvPicPr>
          <p:cNvPr id="101" name="Рисунок 100" descr="Крупный план логотипа&#10;&#10;Описание создано с очень высокой степенью достоверности">
            <a:extLst>
              <a:ext uri="{FF2B5EF4-FFF2-40B4-BE49-F238E27FC236}">
                <a16:creationId xmlns:a16="http://schemas.microsoft.com/office/drawing/2014/main" id="{DA395262-84CF-4F06-A46D-2E49E941DE7D}"/>
              </a:ext>
            </a:extLst>
          </p:cNvPr>
          <p:cNvPicPr preferRelativeResize="0">
            <a:picLocks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2434351" y="3848851"/>
            <a:ext cx="1416113" cy="1397770"/>
          </a:xfrm>
          <a:prstGeom prst="rect">
            <a:avLst/>
          </a:prstGeom>
        </p:spPr>
      </p:pic>
      <p:sp>
        <p:nvSpPr>
          <p:cNvPr id="102" name="Рисунок 73">
            <a:extLst>
              <a:ext uri="{FF2B5EF4-FFF2-40B4-BE49-F238E27FC236}">
                <a16:creationId xmlns:a16="http://schemas.microsoft.com/office/drawing/2014/main" id="{ECB2E69E-31AD-4FD8-9097-58BA78C1FD4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425631" y="3831752"/>
            <a:ext cx="813600" cy="813600"/>
          </a:xfrm>
          <a:prstGeom prst="ellipse">
            <a:avLst/>
          </a:prstGeom>
          <a:solidFill>
            <a:schemeClr val="tx1"/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pic>
        <p:nvPicPr>
          <p:cNvPr id="105" name="Рисунок 104" descr="Крупный план логотипа&#10;&#10;Описание создано с очень высокой степенью достоверности">
            <a:extLst>
              <a:ext uri="{FF2B5EF4-FFF2-40B4-BE49-F238E27FC236}">
                <a16:creationId xmlns:a16="http://schemas.microsoft.com/office/drawing/2014/main" id="{E76A10D9-295C-442F-97E0-F3CE8AF40C1D}"/>
              </a:ext>
            </a:extLst>
          </p:cNvPr>
          <p:cNvPicPr preferRelativeResize="0">
            <a:picLocks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2437955" y="5292278"/>
            <a:ext cx="1416113" cy="1397770"/>
          </a:xfrm>
          <a:prstGeom prst="rect">
            <a:avLst/>
          </a:prstGeom>
        </p:spPr>
      </p:pic>
      <p:sp>
        <p:nvSpPr>
          <p:cNvPr id="106" name="Рисунок 73">
            <a:extLst>
              <a:ext uri="{FF2B5EF4-FFF2-40B4-BE49-F238E27FC236}">
                <a16:creationId xmlns:a16="http://schemas.microsoft.com/office/drawing/2014/main" id="{01AFF473-1ADB-4A01-A1C6-CD802CBB0E8A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425631" y="5275179"/>
            <a:ext cx="813600" cy="813600"/>
          </a:xfrm>
          <a:prstGeom prst="ellipse">
            <a:avLst/>
          </a:prstGeom>
          <a:solidFill>
            <a:schemeClr val="tx1"/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pic>
        <p:nvPicPr>
          <p:cNvPr id="109" name="Рисунок 108" descr="Крупный план логотипа&#10;&#10;Описание создано с очень высокой степенью достоверности">
            <a:extLst>
              <a:ext uri="{FF2B5EF4-FFF2-40B4-BE49-F238E27FC236}">
                <a16:creationId xmlns:a16="http://schemas.microsoft.com/office/drawing/2014/main" id="{C4DBEF57-0E51-47BA-BD9D-6D970FB2520C}"/>
              </a:ext>
            </a:extLst>
          </p:cNvPr>
          <p:cNvPicPr preferRelativeResize="0">
            <a:picLocks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2437955" y="6726482"/>
            <a:ext cx="1416113" cy="1397770"/>
          </a:xfrm>
          <a:prstGeom prst="rect">
            <a:avLst/>
          </a:prstGeom>
        </p:spPr>
      </p:pic>
      <p:sp>
        <p:nvSpPr>
          <p:cNvPr id="110" name="Рисунок 73">
            <a:extLst>
              <a:ext uri="{FF2B5EF4-FFF2-40B4-BE49-F238E27FC236}">
                <a16:creationId xmlns:a16="http://schemas.microsoft.com/office/drawing/2014/main" id="{67025B7D-364F-4E77-84EE-93E1C3B8D9C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425631" y="6709383"/>
            <a:ext cx="813600" cy="813600"/>
          </a:xfrm>
          <a:prstGeom prst="ellipse">
            <a:avLst/>
          </a:prstGeom>
          <a:solidFill>
            <a:schemeClr val="tx1"/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pic>
        <p:nvPicPr>
          <p:cNvPr id="113" name="Графический объект 112">
            <a:extLst>
              <a:ext uri="{FF2B5EF4-FFF2-40B4-BE49-F238E27FC236}">
                <a16:creationId xmlns:a16="http://schemas.microsoft.com/office/drawing/2014/main" id="{2C85FBDC-70FA-43E1-8F6D-59CCDB9A3E81}"/>
              </a:ext>
            </a:extLst>
          </p:cNvPr>
          <p:cNvPicPr preferRelativeResize="0">
            <a:picLocks/>
          </p:cNvPicPr>
          <p:nvPr userDrawn="1"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681048" y="1249835"/>
            <a:ext cx="378000" cy="144000"/>
          </a:xfrm>
          <a:prstGeom prst="rect">
            <a:avLst/>
          </a:prstGeom>
        </p:spPr>
      </p:pic>
      <p:pic>
        <p:nvPicPr>
          <p:cNvPr id="114" name="Графический объект 113">
            <a:extLst>
              <a:ext uri="{FF2B5EF4-FFF2-40B4-BE49-F238E27FC236}">
                <a16:creationId xmlns:a16="http://schemas.microsoft.com/office/drawing/2014/main" id="{AF1D5EFC-2A9F-40F0-84DE-9F12D7582A4A}"/>
              </a:ext>
            </a:extLst>
          </p:cNvPr>
          <p:cNvPicPr preferRelativeResize="0">
            <a:picLocks/>
          </p:cNvPicPr>
          <p:nvPr userDrawn="1"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681048" y="2698235"/>
            <a:ext cx="378000" cy="144000"/>
          </a:xfrm>
          <a:prstGeom prst="rect">
            <a:avLst/>
          </a:prstGeom>
        </p:spPr>
      </p:pic>
      <p:pic>
        <p:nvPicPr>
          <p:cNvPr id="115" name="Графический объект 114">
            <a:extLst>
              <a:ext uri="{FF2B5EF4-FFF2-40B4-BE49-F238E27FC236}">
                <a16:creationId xmlns:a16="http://schemas.microsoft.com/office/drawing/2014/main" id="{9BEC8EDD-AC8F-4413-8861-0EAAC6143EBF}"/>
              </a:ext>
            </a:extLst>
          </p:cNvPr>
          <p:cNvPicPr preferRelativeResize="0">
            <a:picLocks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681048" y="4146635"/>
            <a:ext cx="378000" cy="144000"/>
          </a:xfrm>
          <a:prstGeom prst="rect">
            <a:avLst/>
          </a:prstGeom>
        </p:spPr>
      </p:pic>
      <p:pic>
        <p:nvPicPr>
          <p:cNvPr id="116" name="Графический объект 115">
            <a:extLst>
              <a:ext uri="{FF2B5EF4-FFF2-40B4-BE49-F238E27FC236}">
                <a16:creationId xmlns:a16="http://schemas.microsoft.com/office/drawing/2014/main" id="{65B8B11A-6D5B-4222-A3FA-9C529A333AB0}"/>
              </a:ext>
            </a:extLst>
          </p:cNvPr>
          <p:cNvPicPr preferRelativeResize="0">
            <a:picLocks/>
          </p:cNvPicPr>
          <p:nvPr userDrawn="1"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681048" y="5595035"/>
            <a:ext cx="378000" cy="144000"/>
          </a:xfrm>
          <a:prstGeom prst="rect">
            <a:avLst/>
          </a:prstGeom>
        </p:spPr>
      </p:pic>
      <p:pic>
        <p:nvPicPr>
          <p:cNvPr id="117" name="Графический объект 116">
            <a:extLst>
              <a:ext uri="{FF2B5EF4-FFF2-40B4-BE49-F238E27FC236}">
                <a16:creationId xmlns:a16="http://schemas.microsoft.com/office/drawing/2014/main" id="{DEF1451D-B6A1-4704-A941-E48FA3914715}"/>
              </a:ext>
            </a:extLst>
          </p:cNvPr>
          <p:cNvPicPr preferRelativeResize="0">
            <a:picLocks/>
          </p:cNvPicPr>
          <p:nvPr userDrawn="1"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681048" y="7043434"/>
            <a:ext cx="378000" cy="144000"/>
          </a:xfrm>
          <a:prstGeom prst="rect">
            <a:avLst/>
          </a:prstGeom>
        </p:spPr>
      </p:pic>
      <p:sp>
        <p:nvSpPr>
          <p:cNvPr id="124" name="Заголовок 123">
            <a:extLst>
              <a:ext uri="{FF2B5EF4-FFF2-40B4-BE49-F238E27FC236}">
                <a16:creationId xmlns:a16="http://schemas.microsoft.com/office/drawing/2014/main" id="{B3407580-EBB8-4AA5-B546-D1F3744C9C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45313" y="267973"/>
            <a:ext cx="2260112" cy="920153"/>
          </a:xfrm>
        </p:spPr>
        <p:txBody>
          <a:bodyPr lIns="0" tIns="0" rIns="0" bIns="0" rtlCol="0">
            <a:noAutofit/>
          </a:bodyPr>
          <a:lstStyle>
            <a:lvl1pPr algn="r">
              <a:defRPr sz="3100" b="1"/>
            </a:lvl1pPr>
          </a:lstStyle>
          <a:p>
            <a:pPr rtl="0"/>
            <a:r>
              <a:rPr lang="ru-RU" noProof="0" dirty="0"/>
              <a:t>ПРОДУКТ</a:t>
            </a:r>
            <a:br>
              <a:rPr lang="ru-RU" noProof="0" dirty="0"/>
            </a:br>
            <a:r>
              <a:rPr lang="ru-RU" noProof="0" dirty="0"/>
              <a:t>СТРАТЕГИЯ РАЗВИТИЯ</a:t>
            </a:r>
          </a:p>
        </p:txBody>
      </p:sp>
      <p:sp>
        <p:nvSpPr>
          <p:cNvPr id="126" name="Текст 125">
            <a:extLst>
              <a:ext uri="{FF2B5EF4-FFF2-40B4-BE49-F238E27FC236}">
                <a16:creationId xmlns:a16="http://schemas.microsoft.com/office/drawing/2014/main" id="{61E9C073-FC12-4172-943F-F20E258E608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67711" y="1895661"/>
            <a:ext cx="914400" cy="304102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1">
                <a:latin typeface="+mj-lt"/>
              </a:defRPr>
            </a:lvl1pPr>
            <a:lvl2pPr>
              <a:defRPr sz="1800" b="1">
                <a:latin typeface="+mj-lt"/>
              </a:defRPr>
            </a:lvl2pPr>
            <a:lvl3pPr>
              <a:defRPr sz="1800" b="1">
                <a:latin typeface="+mj-lt"/>
              </a:defRPr>
            </a:lvl3pPr>
            <a:lvl4pPr>
              <a:defRPr sz="1800" b="1">
                <a:latin typeface="+mj-lt"/>
              </a:defRPr>
            </a:lvl4pPr>
            <a:lvl5pPr>
              <a:defRPr sz="1800" b="1">
                <a:latin typeface="+mj-lt"/>
              </a:defRPr>
            </a:lvl5pPr>
          </a:lstStyle>
          <a:p>
            <a:pPr lvl="0" rtl="0"/>
            <a:r>
              <a:rPr lang="ru-RU" noProof="0"/>
              <a:t>20XX</a:t>
            </a:r>
          </a:p>
        </p:txBody>
      </p:sp>
      <p:sp>
        <p:nvSpPr>
          <p:cNvPr id="127" name="Текст 125">
            <a:extLst>
              <a:ext uri="{FF2B5EF4-FFF2-40B4-BE49-F238E27FC236}">
                <a16:creationId xmlns:a16="http://schemas.microsoft.com/office/drawing/2014/main" id="{0C7C304C-05C9-4DB2-B0B0-74D44D8D141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170254" y="2204148"/>
            <a:ext cx="1407768" cy="638087"/>
          </a:xfrm>
        </p:spPr>
        <p:txBody>
          <a:bodyPr rtlCol="0">
            <a:noAutofit/>
          </a:bodyPr>
          <a:lstStyle>
            <a:lvl1pPr marL="0" indent="0" algn="l">
              <a:buNone/>
              <a:defRPr sz="800" b="0">
                <a:solidFill>
                  <a:schemeClr val="tx2"/>
                </a:solidFill>
                <a:latin typeface="+mn-lt"/>
              </a:defRPr>
            </a:lvl1pPr>
            <a:lvl2pPr>
              <a:defRPr sz="1800" b="1">
                <a:latin typeface="+mj-lt"/>
              </a:defRPr>
            </a:lvl2pPr>
            <a:lvl3pPr>
              <a:defRPr sz="1800" b="1">
                <a:latin typeface="+mj-lt"/>
              </a:defRPr>
            </a:lvl3pPr>
            <a:lvl4pPr>
              <a:defRPr sz="1800" b="1">
                <a:latin typeface="+mj-lt"/>
              </a:defRPr>
            </a:lvl4pPr>
            <a:lvl5pPr>
              <a:defRPr sz="1800" b="1">
                <a:latin typeface="+mj-lt"/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129" name="Текст 125">
            <a:extLst>
              <a:ext uri="{FF2B5EF4-FFF2-40B4-BE49-F238E27FC236}">
                <a16:creationId xmlns:a16="http://schemas.microsoft.com/office/drawing/2014/main" id="{F57246CD-9926-4879-B191-79E7A54314A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67711" y="3343572"/>
            <a:ext cx="914400" cy="304102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1">
                <a:latin typeface="+mj-lt"/>
              </a:defRPr>
            </a:lvl1pPr>
            <a:lvl2pPr>
              <a:defRPr sz="1800" b="1">
                <a:latin typeface="+mj-lt"/>
              </a:defRPr>
            </a:lvl2pPr>
            <a:lvl3pPr>
              <a:defRPr sz="1800" b="1">
                <a:latin typeface="+mj-lt"/>
              </a:defRPr>
            </a:lvl3pPr>
            <a:lvl4pPr>
              <a:defRPr sz="1800" b="1">
                <a:latin typeface="+mj-lt"/>
              </a:defRPr>
            </a:lvl4pPr>
            <a:lvl5pPr>
              <a:defRPr sz="1800" b="1">
                <a:latin typeface="+mj-lt"/>
              </a:defRPr>
            </a:lvl5pPr>
          </a:lstStyle>
          <a:p>
            <a:pPr lvl="0" rtl="0"/>
            <a:r>
              <a:rPr lang="ru-RU" noProof="0"/>
              <a:t>20XX</a:t>
            </a:r>
          </a:p>
        </p:txBody>
      </p:sp>
      <p:sp>
        <p:nvSpPr>
          <p:cNvPr id="130" name="Текст 125">
            <a:extLst>
              <a:ext uri="{FF2B5EF4-FFF2-40B4-BE49-F238E27FC236}">
                <a16:creationId xmlns:a16="http://schemas.microsoft.com/office/drawing/2014/main" id="{9936E90E-F2B3-4E38-B811-25ED33DA3A9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170254" y="3652059"/>
            <a:ext cx="1407768" cy="638087"/>
          </a:xfrm>
        </p:spPr>
        <p:txBody>
          <a:bodyPr rtlCol="0">
            <a:noAutofit/>
          </a:bodyPr>
          <a:lstStyle>
            <a:lvl1pPr marL="0" indent="0" algn="l">
              <a:buNone/>
              <a:defRPr sz="800" b="0">
                <a:solidFill>
                  <a:schemeClr val="tx2"/>
                </a:solidFill>
                <a:latin typeface="+mn-lt"/>
              </a:defRPr>
            </a:lvl1pPr>
            <a:lvl2pPr>
              <a:defRPr sz="1800" b="1">
                <a:latin typeface="+mj-lt"/>
              </a:defRPr>
            </a:lvl2pPr>
            <a:lvl3pPr>
              <a:defRPr sz="1800" b="1">
                <a:latin typeface="+mj-lt"/>
              </a:defRPr>
            </a:lvl3pPr>
            <a:lvl4pPr>
              <a:defRPr sz="1800" b="1">
                <a:latin typeface="+mj-lt"/>
              </a:defRPr>
            </a:lvl4pPr>
            <a:lvl5pPr>
              <a:defRPr sz="1800" b="1">
                <a:latin typeface="+mj-lt"/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131" name="Текст 125">
            <a:extLst>
              <a:ext uri="{FF2B5EF4-FFF2-40B4-BE49-F238E27FC236}">
                <a16:creationId xmlns:a16="http://schemas.microsoft.com/office/drawing/2014/main" id="{09319DEE-EC4D-4A76-B160-394553CFA6C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67711" y="4791483"/>
            <a:ext cx="914400" cy="304102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1">
                <a:latin typeface="+mj-lt"/>
              </a:defRPr>
            </a:lvl1pPr>
            <a:lvl2pPr>
              <a:defRPr sz="1800" b="1">
                <a:latin typeface="+mj-lt"/>
              </a:defRPr>
            </a:lvl2pPr>
            <a:lvl3pPr>
              <a:defRPr sz="1800" b="1">
                <a:latin typeface="+mj-lt"/>
              </a:defRPr>
            </a:lvl3pPr>
            <a:lvl4pPr>
              <a:defRPr sz="1800" b="1">
                <a:latin typeface="+mj-lt"/>
              </a:defRPr>
            </a:lvl4pPr>
            <a:lvl5pPr>
              <a:defRPr sz="1800" b="1">
                <a:latin typeface="+mj-lt"/>
              </a:defRPr>
            </a:lvl5pPr>
          </a:lstStyle>
          <a:p>
            <a:pPr lvl="0" rtl="0"/>
            <a:r>
              <a:rPr lang="ru-RU" noProof="0"/>
              <a:t>20XX</a:t>
            </a:r>
          </a:p>
        </p:txBody>
      </p:sp>
      <p:sp>
        <p:nvSpPr>
          <p:cNvPr id="132" name="Текст 125">
            <a:extLst>
              <a:ext uri="{FF2B5EF4-FFF2-40B4-BE49-F238E27FC236}">
                <a16:creationId xmlns:a16="http://schemas.microsoft.com/office/drawing/2014/main" id="{1FD9D20E-0961-46BE-87E2-F9C4F76B60C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170254" y="5099970"/>
            <a:ext cx="1407768" cy="638087"/>
          </a:xfrm>
        </p:spPr>
        <p:txBody>
          <a:bodyPr rtlCol="0">
            <a:noAutofit/>
          </a:bodyPr>
          <a:lstStyle>
            <a:lvl1pPr marL="0" indent="0" algn="l">
              <a:buNone/>
              <a:defRPr sz="800" b="0">
                <a:solidFill>
                  <a:schemeClr val="tx2"/>
                </a:solidFill>
                <a:latin typeface="+mn-lt"/>
              </a:defRPr>
            </a:lvl1pPr>
            <a:lvl2pPr>
              <a:defRPr sz="1800" b="1">
                <a:latin typeface="+mj-lt"/>
              </a:defRPr>
            </a:lvl2pPr>
            <a:lvl3pPr>
              <a:defRPr sz="1800" b="1">
                <a:latin typeface="+mj-lt"/>
              </a:defRPr>
            </a:lvl3pPr>
            <a:lvl4pPr>
              <a:defRPr sz="1800" b="1">
                <a:latin typeface="+mj-lt"/>
              </a:defRPr>
            </a:lvl4pPr>
            <a:lvl5pPr>
              <a:defRPr sz="1800" b="1">
                <a:latin typeface="+mj-lt"/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133" name="Текст 125">
            <a:extLst>
              <a:ext uri="{FF2B5EF4-FFF2-40B4-BE49-F238E27FC236}">
                <a16:creationId xmlns:a16="http://schemas.microsoft.com/office/drawing/2014/main" id="{43063DE6-06A7-4B93-A9B1-56B792F4621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67711" y="6239394"/>
            <a:ext cx="914400" cy="304102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1">
                <a:latin typeface="+mj-lt"/>
              </a:defRPr>
            </a:lvl1pPr>
            <a:lvl2pPr>
              <a:defRPr sz="1800" b="1">
                <a:latin typeface="+mj-lt"/>
              </a:defRPr>
            </a:lvl2pPr>
            <a:lvl3pPr>
              <a:defRPr sz="1800" b="1">
                <a:latin typeface="+mj-lt"/>
              </a:defRPr>
            </a:lvl3pPr>
            <a:lvl4pPr>
              <a:defRPr sz="1800" b="1">
                <a:latin typeface="+mj-lt"/>
              </a:defRPr>
            </a:lvl4pPr>
            <a:lvl5pPr>
              <a:defRPr sz="1800" b="1">
                <a:latin typeface="+mj-lt"/>
              </a:defRPr>
            </a:lvl5pPr>
          </a:lstStyle>
          <a:p>
            <a:pPr lvl="0" rtl="0"/>
            <a:r>
              <a:rPr lang="ru-RU" noProof="0"/>
              <a:t>20XX</a:t>
            </a:r>
          </a:p>
        </p:txBody>
      </p:sp>
      <p:sp>
        <p:nvSpPr>
          <p:cNvPr id="134" name="Текст 125">
            <a:extLst>
              <a:ext uri="{FF2B5EF4-FFF2-40B4-BE49-F238E27FC236}">
                <a16:creationId xmlns:a16="http://schemas.microsoft.com/office/drawing/2014/main" id="{CC35E657-25FD-4CFB-93D1-5D8FDFD4205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5170254" y="6547881"/>
            <a:ext cx="1407768" cy="638087"/>
          </a:xfrm>
        </p:spPr>
        <p:txBody>
          <a:bodyPr rtlCol="0">
            <a:noAutofit/>
          </a:bodyPr>
          <a:lstStyle>
            <a:lvl1pPr marL="0" indent="0" algn="l">
              <a:buNone/>
              <a:defRPr sz="800" b="0">
                <a:solidFill>
                  <a:schemeClr val="tx2"/>
                </a:solidFill>
                <a:latin typeface="+mn-lt"/>
              </a:defRPr>
            </a:lvl1pPr>
            <a:lvl2pPr>
              <a:defRPr sz="1800" b="1">
                <a:latin typeface="+mj-lt"/>
              </a:defRPr>
            </a:lvl2pPr>
            <a:lvl3pPr>
              <a:defRPr sz="1800" b="1">
                <a:latin typeface="+mj-lt"/>
              </a:defRPr>
            </a:lvl3pPr>
            <a:lvl4pPr>
              <a:defRPr sz="1800" b="1">
                <a:latin typeface="+mj-lt"/>
              </a:defRPr>
            </a:lvl4pPr>
            <a:lvl5pPr>
              <a:defRPr sz="1800" b="1">
                <a:latin typeface="+mj-lt"/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135" name="Текст 125">
            <a:extLst>
              <a:ext uri="{FF2B5EF4-FFF2-40B4-BE49-F238E27FC236}">
                <a16:creationId xmlns:a16="http://schemas.microsoft.com/office/drawing/2014/main" id="{D4A639A1-4C42-4815-9CE3-2E8328F3658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167711" y="7687306"/>
            <a:ext cx="914400" cy="304102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1">
                <a:latin typeface="+mj-lt"/>
              </a:defRPr>
            </a:lvl1pPr>
            <a:lvl2pPr>
              <a:defRPr sz="1800" b="1">
                <a:latin typeface="+mj-lt"/>
              </a:defRPr>
            </a:lvl2pPr>
            <a:lvl3pPr>
              <a:defRPr sz="1800" b="1">
                <a:latin typeface="+mj-lt"/>
              </a:defRPr>
            </a:lvl3pPr>
            <a:lvl4pPr>
              <a:defRPr sz="1800" b="1">
                <a:latin typeface="+mj-lt"/>
              </a:defRPr>
            </a:lvl4pPr>
            <a:lvl5pPr>
              <a:defRPr sz="1800" b="1">
                <a:latin typeface="+mj-lt"/>
              </a:defRPr>
            </a:lvl5pPr>
          </a:lstStyle>
          <a:p>
            <a:pPr lvl="0" rtl="0"/>
            <a:r>
              <a:rPr lang="ru-RU" noProof="0"/>
              <a:t>20XX</a:t>
            </a:r>
          </a:p>
        </p:txBody>
      </p:sp>
      <p:sp>
        <p:nvSpPr>
          <p:cNvPr id="136" name="Текст 125">
            <a:extLst>
              <a:ext uri="{FF2B5EF4-FFF2-40B4-BE49-F238E27FC236}">
                <a16:creationId xmlns:a16="http://schemas.microsoft.com/office/drawing/2014/main" id="{B3269007-346F-4FD2-B1DF-C0ABF16C69E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170254" y="7995793"/>
            <a:ext cx="1407768" cy="638087"/>
          </a:xfrm>
        </p:spPr>
        <p:txBody>
          <a:bodyPr rtlCol="0">
            <a:noAutofit/>
          </a:bodyPr>
          <a:lstStyle>
            <a:lvl1pPr marL="0" indent="0" algn="l">
              <a:buNone/>
              <a:defRPr sz="800" b="0">
                <a:solidFill>
                  <a:schemeClr val="tx2"/>
                </a:solidFill>
                <a:latin typeface="+mn-lt"/>
              </a:defRPr>
            </a:lvl1pPr>
            <a:lvl2pPr>
              <a:defRPr sz="1800" b="1">
                <a:latin typeface="+mj-lt"/>
              </a:defRPr>
            </a:lvl2pPr>
            <a:lvl3pPr>
              <a:defRPr sz="1800" b="1">
                <a:latin typeface="+mj-lt"/>
              </a:defRPr>
            </a:lvl3pPr>
            <a:lvl4pPr>
              <a:defRPr sz="1800" b="1">
                <a:latin typeface="+mj-lt"/>
              </a:defRPr>
            </a:lvl4pPr>
            <a:lvl5pPr>
              <a:defRPr sz="1800" b="1">
                <a:latin typeface="+mj-lt"/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137" name="Текст 125">
            <a:extLst>
              <a:ext uri="{FF2B5EF4-FFF2-40B4-BE49-F238E27FC236}">
                <a16:creationId xmlns:a16="http://schemas.microsoft.com/office/drawing/2014/main" id="{2DD4B9A1-260C-47E9-85AF-839662A27B0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77302" y="1175082"/>
            <a:ext cx="914400" cy="304102"/>
          </a:xfrm>
        </p:spPr>
        <p:txBody>
          <a:bodyPr rtlCol="0">
            <a:noAutofit/>
          </a:bodyPr>
          <a:lstStyle>
            <a:lvl1pPr marL="0" indent="0" algn="r">
              <a:buNone/>
              <a:defRPr sz="1800" b="1">
                <a:latin typeface="+mj-lt"/>
              </a:defRPr>
            </a:lvl1pPr>
            <a:lvl2pPr>
              <a:defRPr sz="1800" b="1">
                <a:latin typeface="+mj-lt"/>
              </a:defRPr>
            </a:lvl2pPr>
            <a:lvl3pPr>
              <a:defRPr sz="1800" b="1">
                <a:latin typeface="+mj-lt"/>
              </a:defRPr>
            </a:lvl3pPr>
            <a:lvl4pPr>
              <a:defRPr sz="1800" b="1">
                <a:latin typeface="+mj-lt"/>
              </a:defRPr>
            </a:lvl4pPr>
            <a:lvl5pPr>
              <a:defRPr sz="1800" b="1">
                <a:latin typeface="+mj-lt"/>
              </a:defRPr>
            </a:lvl5pPr>
          </a:lstStyle>
          <a:p>
            <a:pPr lvl="0" rtl="0"/>
            <a:r>
              <a:rPr lang="ru-RU" noProof="0"/>
              <a:t>20XX</a:t>
            </a:r>
          </a:p>
        </p:txBody>
      </p:sp>
      <p:sp>
        <p:nvSpPr>
          <p:cNvPr id="138" name="Текст 125">
            <a:extLst>
              <a:ext uri="{FF2B5EF4-FFF2-40B4-BE49-F238E27FC236}">
                <a16:creationId xmlns:a16="http://schemas.microsoft.com/office/drawing/2014/main" id="{1DDF711E-F1E1-4741-BED9-423C39E062A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283934" y="1479193"/>
            <a:ext cx="1407768" cy="638087"/>
          </a:xfrm>
        </p:spPr>
        <p:txBody>
          <a:bodyPr rtlCol="0">
            <a:noAutofit/>
          </a:bodyPr>
          <a:lstStyle>
            <a:lvl1pPr marL="0" indent="0" algn="r">
              <a:buNone/>
              <a:defRPr sz="800" b="0">
                <a:solidFill>
                  <a:schemeClr val="tx2"/>
                </a:solidFill>
                <a:latin typeface="+mn-lt"/>
              </a:defRPr>
            </a:lvl1pPr>
            <a:lvl2pPr>
              <a:defRPr sz="1800" b="1">
                <a:latin typeface="+mj-lt"/>
              </a:defRPr>
            </a:lvl2pPr>
            <a:lvl3pPr>
              <a:defRPr sz="1800" b="1">
                <a:latin typeface="+mj-lt"/>
              </a:defRPr>
            </a:lvl3pPr>
            <a:lvl4pPr>
              <a:defRPr sz="1800" b="1">
                <a:latin typeface="+mj-lt"/>
              </a:defRPr>
            </a:lvl4pPr>
            <a:lvl5pPr>
              <a:defRPr sz="1800" b="1">
                <a:latin typeface="+mj-lt"/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139" name="Текст 125">
            <a:extLst>
              <a:ext uri="{FF2B5EF4-FFF2-40B4-BE49-F238E27FC236}">
                <a16:creationId xmlns:a16="http://schemas.microsoft.com/office/drawing/2014/main" id="{77BB882E-219A-476E-8B3E-23001520D76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77302" y="2627477"/>
            <a:ext cx="914400" cy="304102"/>
          </a:xfrm>
        </p:spPr>
        <p:txBody>
          <a:bodyPr rtlCol="0">
            <a:noAutofit/>
          </a:bodyPr>
          <a:lstStyle>
            <a:lvl1pPr marL="0" indent="0" algn="r">
              <a:buNone/>
              <a:defRPr sz="1800" b="1">
                <a:latin typeface="+mj-lt"/>
              </a:defRPr>
            </a:lvl1pPr>
            <a:lvl2pPr>
              <a:defRPr sz="1800" b="1">
                <a:latin typeface="+mj-lt"/>
              </a:defRPr>
            </a:lvl2pPr>
            <a:lvl3pPr>
              <a:defRPr sz="1800" b="1">
                <a:latin typeface="+mj-lt"/>
              </a:defRPr>
            </a:lvl3pPr>
            <a:lvl4pPr>
              <a:defRPr sz="1800" b="1">
                <a:latin typeface="+mj-lt"/>
              </a:defRPr>
            </a:lvl4pPr>
            <a:lvl5pPr>
              <a:defRPr sz="1800" b="1">
                <a:latin typeface="+mj-lt"/>
              </a:defRPr>
            </a:lvl5pPr>
          </a:lstStyle>
          <a:p>
            <a:pPr lvl="0" rtl="0"/>
            <a:r>
              <a:rPr lang="ru-RU" noProof="0"/>
              <a:t>20XX</a:t>
            </a:r>
          </a:p>
        </p:txBody>
      </p:sp>
      <p:sp>
        <p:nvSpPr>
          <p:cNvPr id="140" name="Текст 125">
            <a:extLst>
              <a:ext uri="{FF2B5EF4-FFF2-40B4-BE49-F238E27FC236}">
                <a16:creationId xmlns:a16="http://schemas.microsoft.com/office/drawing/2014/main" id="{89DFFD7A-9DD2-44B5-99C2-25902B38282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283934" y="2931588"/>
            <a:ext cx="1407768" cy="638087"/>
          </a:xfrm>
        </p:spPr>
        <p:txBody>
          <a:bodyPr rtlCol="0">
            <a:noAutofit/>
          </a:bodyPr>
          <a:lstStyle>
            <a:lvl1pPr marL="0" indent="0" algn="r">
              <a:buNone/>
              <a:defRPr sz="800" b="0">
                <a:solidFill>
                  <a:schemeClr val="tx2"/>
                </a:solidFill>
                <a:latin typeface="+mn-lt"/>
              </a:defRPr>
            </a:lvl1pPr>
            <a:lvl2pPr>
              <a:defRPr sz="1800" b="1">
                <a:latin typeface="+mj-lt"/>
              </a:defRPr>
            </a:lvl2pPr>
            <a:lvl3pPr>
              <a:defRPr sz="1800" b="1">
                <a:latin typeface="+mj-lt"/>
              </a:defRPr>
            </a:lvl3pPr>
            <a:lvl4pPr>
              <a:defRPr sz="1800" b="1">
                <a:latin typeface="+mj-lt"/>
              </a:defRPr>
            </a:lvl4pPr>
            <a:lvl5pPr>
              <a:defRPr sz="1800" b="1">
                <a:latin typeface="+mj-lt"/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141" name="Текст 125">
            <a:extLst>
              <a:ext uri="{FF2B5EF4-FFF2-40B4-BE49-F238E27FC236}">
                <a16:creationId xmlns:a16="http://schemas.microsoft.com/office/drawing/2014/main" id="{F30C0AAF-6652-4351-8462-0E29AB69924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77302" y="4079872"/>
            <a:ext cx="914400" cy="304102"/>
          </a:xfrm>
        </p:spPr>
        <p:txBody>
          <a:bodyPr rtlCol="0">
            <a:noAutofit/>
          </a:bodyPr>
          <a:lstStyle>
            <a:lvl1pPr marL="0" indent="0" algn="r">
              <a:buNone/>
              <a:defRPr sz="1800" b="1">
                <a:latin typeface="+mj-lt"/>
              </a:defRPr>
            </a:lvl1pPr>
            <a:lvl2pPr>
              <a:defRPr sz="1800" b="1">
                <a:latin typeface="+mj-lt"/>
              </a:defRPr>
            </a:lvl2pPr>
            <a:lvl3pPr>
              <a:defRPr sz="1800" b="1">
                <a:latin typeface="+mj-lt"/>
              </a:defRPr>
            </a:lvl3pPr>
            <a:lvl4pPr>
              <a:defRPr sz="1800" b="1">
                <a:latin typeface="+mj-lt"/>
              </a:defRPr>
            </a:lvl4pPr>
            <a:lvl5pPr>
              <a:defRPr sz="1800" b="1">
                <a:latin typeface="+mj-lt"/>
              </a:defRPr>
            </a:lvl5pPr>
          </a:lstStyle>
          <a:p>
            <a:pPr lvl="0" rtl="0"/>
            <a:r>
              <a:rPr lang="ru-RU" noProof="0"/>
              <a:t>20XX</a:t>
            </a:r>
          </a:p>
        </p:txBody>
      </p:sp>
      <p:sp>
        <p:nvSpPr>
          <p:cNvPr id="142" name="Текст 125">
            <a:extLst>
              <a:ext uri="{FF2B5EF4-FFF2-40B4-BE49-F238E27FC236}">
                <a16:creationId xmlns:a16="http://schemas.microsoft.com/office/drawing/2014/main" id="{CD8B9314-7C43-4A64-BE27-81EC4D690E9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283934" y="4383983"/>
            <a:ext cx="1407768" cy="638087"/>
          </a:xfrm>
        </p:spPr>
        <p:txBody>
          <a:bodyPr rtlCol="0">
            <a:noAutofit/>
          </a:bodyPr>
          <a:lstStyle>
            <a:lvl1pPr marL="0" indent="0" algn="r">
              <a:buNone/>
              <a:defRPr sz="800" b="0">
                <a:solidFill>
                  <a:schemeClr val="tx2"/>
                </a:solidFill>
                <a:latin typeface="+mn-lt"/>
              </a:defRPr>
            </a:lvl1pPr>
            <a:lvl2pPr>
              <a:defRPr sz="1800" b="1">
                <a:latin typeface="+mj-lt"/>
              </a:defRPr>
            </a:lvl2pPr>
            <a:lvl3pPr>
              <a:defRPr sz="1800" b="1">
                <a:latin typeface="+mj-lt"/>
              </a:defRPr>
            </a:lvl3pPr>
            <a:lvl4pPr>
              <a:defRPr sz="1800" b="1">
                <a:latin typeface="+mj-lt"/>
              </a:defRPr>
            </a:lvl4pPr>
            <a:lvl5pPr>
              <a:defRPr sz="1800" b="1">
                <a:latin typeface="+mj-lt"/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143" name="Текст 125">
            <a:extLst>
              <a:ext uri="{FF2B5EF4-FFF2-40B4-BE49-F238E27FC236}">
                <a16:creationId xmlns:a16="http://schemas.microsoft.com/office/drawing/2014/main" id="{76C8DAF6-BCAA-4A6A-8584-CBACCC55D4A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7302" y="5532268"/>
            <a:ext cx="914400" cy="304102"/>
          </a:xfrm>
        </p:spPr>
        <p:txBody>
          <a:bodyPr rtlCol="0">
            <a:noAutofit/>
          </a:bodyPr>
          <a:lstStyle>
            <a:lvl1pPr marL="0" indent="0" algn="r">
              <a:buNone/>
              <a:defRPr sz="1800" b="1">
                <a:latin typeface="+mj-lt"/>
              </a:defRPr>
            </a:lvl1pPr>
            <a:lvl2pPr>
              <a:defRPr sz="1800" b="1">
                <a:latin typeface="+mj-lt"/>
              </a:defRPr>
            </a:lvl2pPr>
            <a:lvl3pPr>
              <a:defRPr sz="1800" b="1">
                <a:latin typeface="+mj-lt"/>
              </a:defRPr>
            </a:lvl3pPr>
            <a:lvl4pPr>
              <a:defRPr sz="1800" b="1">
                <a:latin typeface="+mj-lt"/>
              </a:defRPr>
            </a:lvl4pPr>
            <a:lvl5pPr>
              <a:defRPr sz="1800" b="1">
                <a:latin typeface="+mj-lt"/>
              </a:defRPr>
            </a:lvl5pPr>
          </a:lstStyle>
          <a:p>
            <a:pPr lvl="0" rtl="0"/>
            <a:r>
              <a:rPr lang="ru-RU" noProof="0"/>
              <a:t>20XX</a:t>
            </a:r>
          </a:p>
        </p:txBody>
      </p:sp>
      <p:sp>
        <p:nvSpPr>
          <p:cNvPr id="144" name="Текст 125">
            <a:extLst>
              <a:ext uri="{FF2B5EF4-FFF2-40B4-BE49-F238E27FC236}">
                <a16:creationId xmlns:a16="http://schemas.microsoft.com/office/drawing/2014/main" id="{67BC4A97-C4FB-421D-94A4-6782498E5DB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83934" y="5836379"/>
            <a:ext cx="1407768" cy="638087"/>
          </a:xfrm>
        </p:spPr>
        <p:txBody>
          <a:bodyPr rtlCol="0">
            <a:noAutofit/>
          </a:bodyPr>
          <a:lstStyle>
            <a:lvl1pPr marL="0" indent="0" algn="r">
              <a:buNone/>
              <a:defRPr sz="800" b="0">
                <a:solidFill>
                  <a:schemeClr val="tx2"/>
                </a:solidFill>
                <a:latin typeface="+mn-lt"/>
              </a:defRPr>
            </a:lvl1pPr>
            <a:lvl2pPr>
              <a:defRPr sz="1800" b="1">
                <a:latin typeface="+mj-lt"/>
              </a:defRPr>
            </a:lvl2pPr>
            <a:lvl3pPr>
              <a:defRPr sz="1800" b="1">
                <a:latin typeface="+mj-lt"/>
              </a:defRPr>
            </a:lvl3pPr>
            <a:lvl4pPr>
              <a:defRPr sz="1800" b="1">
                <a:latin typeface="+mj-lt"/>
              </a:defRPr>
            </a:lvl4pPr>
            <a:lvl5pPr>
              <a:defRPr sz="1800" b="1">
                <a:latin typeface="+mj-lt"/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145" name="Текст 125">
            <a:extLst>
              <a:ext uri="{FF2B5EF4-FFF2-40B4-BE49-F238E27FC236}">
                <a16:creationId xmlns:a16="http://schemas.microsoft.com/office/drawing/2014/main" id="{0E9F45AE-C3A2-491A-B767-3DDAD7726AF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77302" y="6984664"/>
            <a:ext cx="914400" cy="304102"/>
          </a:xfrm>
        </p:spPr>
        <p:txBody>
          <a:bodyPr rtlCol="0">
            <a:noAutofit/>
          </a:bodyPr>
          <a:lstStyle>
            <a:lvl1pPr marL="0" indent="0" algn="r">
              <a:buNone/>
              <a:defRPr sz="1800" b="1">
                <a:latin typeface="+mj-lt"/>
              </a:defRPr>
            </a:lvl1pPr>
            <a:lvl2pPr>
              <a:defRPr sz="1800" b="1">
                <a:latin typeface="+mj-lt"/>
              </a:defRPr>
            </a:lvl2pPr>
            <a:lvl3pPr>
              <a:defRPr sz="1800" b="1">
                <a:latin typeface="+mj-lt"/>
              </a:defRPr>
            </a:lvl3pPr>
            <a:lvl4pPr>
              <a:defRPr sz="1800" b="1">
                <a:latin typeface="+mj-lt"/>
              </a:defRPr>
            </a:lvl4pPr>
            <a:lvl5pPr>
              <a:defRPr sz="1800" b="1">
                <a:latin typeface="+mj-lt"/>
              </a:defRPr>
            </a:lvl5pPr>
          </a:lstStyle>
          <a:p>
            <a:pPr lvl="0" rtl="0"/>
            <a:r>
              <a:rPr lang="ru-RU" noProof="0"/>
              <a:t>20XX</a:t>
            </a:r>
          </a:p>
        </p:txBody>
      </p:sp>
      <p:sp>
        <p:nvSpPr>
          <p:cNvPr id="146" name="Текст 125">
            <a:extLst>
              <a:ext uri="{FF2B5EF4-FFF2-40B4-BE49-F238E27FC236}">
                <a16:creationId xmlns:a16="http://schemas.microsoft.com/office/drawing/2014/main" id="{C6C593EB-C5A3-477B-AF33-06A1FC9C2D5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83934" y="7288775"/>
            <a:ext cx="1407768" cy="638087"/>
          </a:xfrm>
        </p:spPr>
        <p:txBody>
          <a:bodyPr rtlCol="0">
            <a:noAutofit/>
          </a:bodyPr>
          <a:lstStyle>
            <a:lvl1pPr marL="0" indent="0" algn="r">
              <a:buNone/>
              <a:defRPr sz="800" b="0">
                <a:solidFill>
                  <a:schemeClr val="tx2"/>
                </a:solidFill>
                <a:latin typeface="+mn-lt"/>
              </a:defRPr>
            </a:lvl1pPr>
            <a:lvl2pPr>
              <a:defRPr sz="1800" b="1">
                <a:latin typeface="+mj-lt"/>
              </a:defRPr>
            </a:lvl2pPr>
            <a:lvl3pPr>
              <a:defRPr sz="1800" b="1">
                <a:latin typeface="+mj-lt"/>
              </a:defRPr>
            </a:lvl3pPr>
            <a:lvl4pPr>
              <a:defRPr sz="1800" b="1">
                <a:latin typeface="+mj-lt"/>
              </a:defRPr>
            </a:lvl4pPr>
            <a:lvl5pPr>
              <a:defRPr sz="1800" b="1">
                <a:latin typeface="+mj-lt"/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148" name="Текст 125">
            <a:extLst>
              <a:ext uri="{FF2B5EF4-FFF2-40B4-BE49-F238E27FC236}">
                <a16:creationId xmlns:a16="http://schemas.microsoft.com/office/drawing/2014/main" id="{1BAD5442-3EEA-4CC9-8722-EE38EFAB42A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4434" y="7976772"/>
            <a:ext cx="1407768" cy="827894"/>
          </a:xfrm>
        </p:spPr>
        <p:txBody>
          <a:bodyPr rtlCol="0">
            <a:noAutofit/>
          </a:bodyPr>
          <a:lstStyle>
            <a:lvl1pPr marL="0" indent="0" algn="l">
              <a:buNone/>
              <a:defRPr sz="3100" b="1">
                <a:latin typeface="+mj-lt"/>
              </a:defRPr>
            </a:lvl1pPr>
            <a:lvl2pPr>
              <a:defRPr sz="1800" b="1">
                <a:latin typeface="+mj-lt"/>
              </a:defRPr>
            </a:lvl2pPr>
            <a:lvl3pPr>
              <a:defRPr sz="1800" b="1">
                <a:latin typeface="+mj-lt"/>
              </a:defRPr>
            </a:lvl3pPr>
            <a:lvl4pPr>
              <a:defRPr sz="1800" b="1">
                <a:latin typeface="+mj-lt"/>
              </a:defRPr>
            </a:lvl4pPr>
            <a:lvl5pPr>
              <a:defRPr sz="1800" b="1">
                <a:latin typeface="+mj-lt"/>
              </a:defRPr>
            </a:lvl5pPr>
          </a:lstStyle>
          <a:p>
            <a:pPr lvl="0" rtl="0"/>
            <a:r>
              <a:rPr lang="ru-RU" noProof="0"/>
              <a:t>20XX</a:t>
            </a:r>
            <a:br>
              <a:rPr lang="ru-RU" noProof="0"/>
            </a:br>
            <a:r>
              <a:rPr lang="ru-RU" noProof="0"/>
              <a:t>20ГГ</a:t>
            </a:r>
          </a:p>
        </p:txBody>
      </p:sp>
      <p:pic>
        <p:nvPicPr>
          <p:cNvPr id="151" name="Графический объект 150">
            <a:extLst>
              <a:ext uri="{FF2B5EF4-FFF2-40B4-BE49-F238E27FC236}">
                <a16:creationId xmlns:a16="http://schemas.microsoft.com/office/drawing/2014/main" id="{6E7D6CD0-B65D-490C-BB82-4F861318EB09}"/>
              </a:ext>
            </a:extLst>
          </p:cNvPr>
          <p:cNvPicPr>
            <a:picLocks noChangeAspect="1"/>
          </p:cNvPicPr>
          <p:nvPr userDrawn="1"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442107" y="8390719"/>
            <a:ext cx="86400" cy="86400"/>
          </a:xfrm>
          <a:prstGeom prst="rect">
            <a:avLst/>
          </a:prstGeom>
        </p:spPr>
      </p:pic>
      <p:pic>
        <p:nvPicPr>
          <p:cNvPr id="152" name="Графический объект 151">
            <a:extLst>
              <a:ext uri="{FF2B5EF4-FFF2-40B4-BE49-F238E27FC236}">
                <a16:creationId xmlns:a16="http://schemas.microsoft.com/office/drawing/2014/main" id="{1B7EC4F3-1509-4925-BD92-54C58B32BD9F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2145600" y="0"/>
            <a:ext cx="2566800" cy="2060368"/>
          </a:xfrm>
          <a:prstGeom prst="rect">
            <a:avLst/>
          </a:prstGeom>
        </p:spPr>
      </p:pic>
      <p:sp>
        <p:nvSpPr>
          <p:cNvPr id="162" name="Рисунок 161">
            <a:extLst>
              <a:ext uri="{FF2B5EF4-FFF2-40B4-BE49-F238E27FC236}">
                <a16:creationId xmlns:a16="http://schemas.microsoft.com/office/drawing/2014/main" id="{F870B909-72EA-4D59-9577-5B30CD8BAECC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1256502" y="768704"/>
            <a:ext cx="439200" cy="43920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600"/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163" name="Рисунок 161">
            <a:extLst>
              <a:ext uri="{FF2B5EF4-FFF2-40B4-BE49-F238E27FC236}">
                <a16:creationId xmlns:a16="http://schemas.microsoft.com/office/drawing/2014/main" id="{CDA0B0E1-512A-4F96-9FDF-B4DA609D921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256502" y="2214104"/>
            <a:ext cx="439200" cy="43920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600"/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164" name="Рисунок 161">
            <a:extLst>
              <a:ext uri="{FF2B5EF4-FFF2-40B4-BE49-F238E27FC236}">
                <a16:creationId xmlns:a16="http://schemas.microsoft.com/office/drawing/2014/main" id="{048F318E-3204-4389-942D-101D5836C9D8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256502" y="3659504"/>
            <a:ext cx="439200" cy="43920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600"/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165" name="Рисунок 161">
            <a:extLst>
              <a:ext uri="{FF2B5EF4-FFF2-40B4-BE49-F238E27FC236}">
                <a16:creationId xmlns:a16="http://schemas.microsoft.com/office/drawing/2014/main" id="{2CCFF41C-8ABD-40A6-B8DE-716AC102A4E1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1256502" y="5104904"/>
            <a:ext cx="439200" cy="43920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600"/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166" name="Рисунок 161">
            <a:extLst>
              <a:ext uri="{FF2B5EF4-FFF2-40B4-BE49-F238E27FC236}">
                <a16:creationId xmlns:a16="http://schemas.microsoft.com/office/drawing/2014/main" id="{BD4BA0D9-906A-4550-921F-8DEF8B5F67F5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1256502" y="6550306"/>
            <a:ext cx="439200" cy="43920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600"/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167" name="Рисунок 161">
            <a:extLst>
              <a:ext uri="{FF2B5EF4-FFF2-40B4-BE49-F238E27FC236}">
                <a16:creationId xmlns:a16="http://schemas.microsoft.com/office/drawing/2014/main" id="{38A03188-2028-4987-8540-3F92BAA01C04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5170254" y="1466154"/>
            <a:ext cx="439200" cy="43920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600"/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168" name="Рисунок 161">
            <a:extLst>
              <a:ext uri="{FF2B5EF4-FFF2-40B4-BE49-F238E27FC236}">
                <a16:creationId xmlns:a16="http://schemas.microsoft.com/office/drawing/2014/main" id="{E852A18B-1B0E-4D14-A3B5-90901651D9AD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5170254" y="2911554"/>
            <a:ext cx="439200" cy="43920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600"/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169" name="Рисунок 161">
            <a:extLst>
              <a:ext uri="{FF2B5EF4-FFF2-40B4-BE49-F238E27FC236}">
                <a16:creationId xmlns:a16="http://schemas.microsoft.com/office/drawing/2014/main" id="{E3CBC1C2-A558-473B-B432-5EA0DF907D4F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5170254" y="4356954"/>
            <a:ext cx="439200" cy="43920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600"/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170" name="Рисунок 161">
            <a:extLst>
              <a:ext uri="{FF2B5EF4-FFF2-40B4-BE49-F238E27FC236}">
                <a16:creationId xmlns:a16="http://schemas.microsoft.com/office/drawing/2014/main" id="{4DE9035A-302D-4F90-9635-EFCB5C1CA7B5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5170254" y="5802354"/>
            <a:ext cx="439200" cy="43920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600"/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171" name="Рисунок 161">
            <a:extLst>
              <a:ext uri="{FF2B5EF4-FFF2-40B4-BE49-F238E27FC236}">
                <a16:creationId xmlns:a16="http://schemas.microsoft.com/office/drawing/2014/main" id="{E3AC4923-7437-4A2F-9E25-AF9781EC54AB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170254" y="7247756"/>
            <a:ext cx="439200" cy="43920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600"/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pic>
        <p:nvPicPr>
          <p:cNvPr id="178" name="Графический объект 177">
            <a:extLst>
              <a:ext uri="{FF2B5EF4-FFF2-40B4-BE49-F238E27FC236}">
                <a16:creationId xmlns:a16="http://schemas.microsoft.com/office/drawing/2014/main" id="{3149A7F4-4CDA-4E4A-8A0E-916FFE64A687}"/>
              </a:ext>
            </a:extLst>
          </p:cNvPr>
          <p:cNvPicPr preferRelativeResize="0">
            <a:picLocks/>
          </p:cNvPicPr>
          <p:nvPr userDrawn="1"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4579416" y="1979319"/>
            <a:ext cx="594000" cy="144000"/>
          </a:xfrm>
          <a:prstGeom prst="rect">
            <a:avLst/>
          </a:prstGeom>
        </p:spPr>
      </p:pic>
      <p:pic>
        <p:nvPicPr>
          <p:cNvPr id="179" name="Графический объект 178">
            <a:extLst>
              <a:ext uri="{FF2B5EF4-FFF2-40B4-BE49-F238E27FC236}">
                <a16:creationId xmlns:a16="http://schemas.microsoft.com/office/drawing/2014/main" id="{16F8F551-DF22-4154-9160-E3D1BE3ED58B}"/>
              </a:ext>
            </a:extLst>
          </p:cNvPr>
          <p:cNvPicPr preferRelativeResize="0">
            <a:picLocks/>
          </p:cNvPicPr>
          <p:nvPr userDrawn="1"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4579416" y="3417350"/>
            <a:ext cx="594000" cy="144000"/>
          </a:xfrm>
          <a:prstGeom prst="rect">
            <a:avLst/>
          </a:prstGeom>
        </p:spPr>
      </p:pic>
      <p:pic>
        <p:nvPicPr>
          <p:cNvPr id="180" name="Графический объект 179">
            <a:extLst>
              <a:ext uri="{FF2B5EF4-FFF2-40B4-BE49-F238E27FC236}">
                <a16:creationId xmlns:a16="http://schemas.microsoft.com/office/drawing/2014/main" id="{DFAB86E6-909B-4AA9-8F44-2A7709C04949}"/>
              </a:ext>
            </a:extLst>
          </p:cNvPr>
          <p:cNvPicPr preferRelativeResize="0">
            <a:picLocks/>
          </p:cNvPicPr>
          <p:nvPr userDrawn="1"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4579416" y="4866034"/>
            <a:ext cx="594000" cy="144000"/>
          </a:xfrm>
          <a:prstGeom prst="rect">
            <a:avLst/>
          </a:prstGeom>
        </p:spPr>
      </p:pic>
      <p:pic>
        <p:nvPicPr>
          <p:cNvPr id="157" name="Графический объект 156">
            <a:extLst>
              <a:ext uri="{FF2B5EF4-FFF2-40B4-BE49-F238E27FC236}">
                <a16:creationId xmlns:a16="http://schemas.microsoft.com/office/drawing/2014/main" id="{12B89D1D-8F9E-48DE-B231-5DDE8D36E103}"/>
              </a:ext>
            </a:extLst>
          </p:cNvPr>
          <p:cNvPicPr>
            <a:picLocks noChangeAspect="1"/>
          </p:cNvPicPr>
          <p:nvPr userDrawn="1"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2152832" y="5009312"/>
            <a:ext cx="2566800" cy="1385056"/>
          </a:xfrm>
          <a:prstGeom prst="rect">
            <a:avLst/>
          </a:prstGeom>
        </p:spPr>
      </p:pic>
      <p:pic>
        <p:nvPicPr>
          <p:cNvPr id="153" name="Графический объект 152">
            <a:extLst>
              <a:ext uri="{FF2B5EF4-FFF2-40B4-BE49-F238E27FC236}">
                <a16:creationId xmlns:a16="http://schemas.microsoft.com/office/drawing/2014/main" id="{4158ADA4-93AF-432F-98CD-D9F668C98B75}"/>
              </a:ext>
            </a:extLst>
          </p:cNvPr>
          <p:cNvPicPr>
            <a:picLocks noChangeAspect="1"/>
          </p:cNvPicPr>
          <p:nvPr userDrawn="1"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2148738" y="3555065"/>
            <a:ext cx="2566800" cy="1385056"/>
          </a:xfrm>
          <a:prstGeom prst="rect">
            <a:avLst/>
          </a:prstGeom>
        </p:spPr>
      </p:pic>
      <p:pic>
        <p:nvPicPr>
          <p:cNvPr id="99" name="Рисунок 98" descr="Крупный план логотипа&#10;&#10;Описание создано с очень высокой степенью достоверности">
            <a:extLst>
              <a:ext uri="{FF2B5EF4-FFF2-40B4-BE49-F238E27FC236}">
                <a16:creationId xmlns:a16="http://schemas.microsoft.com/office/drawing/2014/main" id="{032C3018-06F9-4DE4-BFE6-0E9FCBBDABEE}"/>
              </a:ext>
            </a:extLst>
          </p:cNvPr>
          <p:cNvPicPr preferRelativeResize="0">
            <a:picLocks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3640875" y="3107912"/>
            <a:ext cx="1416113" cy="1397770"/>
          </a:xfrm>
          <a:prstGeom prst="rect">
            <a:avLst/>
          </a:prstGeom>
        </p:spPr>
      </p:pic>
      <p:sp>
        <p:nvSpPr>
          <p:cNvPr id="100" name="Рисунок 73">
            <a:extLst>
              <a:ext uri="{FF2B5EF4-FFF2-40B4-BE49-F238E27FC236}">
                <a16:creationId xmlns:a16="http://schemas.microsoft.com/office/drawing/2014/main" id="{A87F9CD2-C878-4F63-863E-C34F056E00C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631876" y="3090813"/>
            <a:ext cx="813600" cy="813600"/>
          </a:xfrm>
          <a:prstGeom prst="ellipse">
            <a:avLst/>
          </a:prstGeom>
          <a:solidFill>
            <a:schemeClr val="tx1"/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pic>
        <p:nvPicPr>
          <p:cNvPr id="103" name="Рисунок 102" descr="Крупный план логотипа&#10;&#10;Описание создано с очень высокой степенью достоверности">
            <a:extLst>
              <a:ext uri="{FF2B5EF4-FFF2-40B4-BE49-F238E27FC236}">
                <a16:creationId xmlns:a16="http://schemas.microsoft.com/office/drawing/2014/main" id="{4AFB5FB4-1CBF-4F80-A9F9-873851BF8A1B}"/>
              </a:ext>
            </a:extLst>
          </p:cNvPr>
          <p:cNvPicPr preferRelativeResize="0">
            <a:picLocks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3649091" y="4547626"/>
            <a:ext cx="1416113" cy="1397770"/>
          </a:xfrm>
          <a:prstGeom prst="rect">
            <a:avLst/>
          </a:prstGeom>
        </p:spPr>
      </p:pic>
      <p:sp>
        <p:nvSpPr>
          <p:cNvPr id="104" name="Рисунок 73">
            <a:extLst>
              <a:ext uri="{FF2B5EF4-FFF2-40B4-BE49-F238E27FC236}">
                <a16:creationId xmlns:a16="http://schemas.microsoft.com/office/drawing/2014/main" id="{9F0D59E8-AB95-48A3-A6C7-D58CFAD149A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31876" y="4530527"/>
            <a:ext cx="813600" cy="813600"/>
          </a:xfrm>
          <a:prstGeom prst="ellipse">
            <a:avLst/>
          </a:prstGeom>
          <a:solidFill>
            <a:schemeClr val="tx1"/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pic>
        <p:nvPicPr>
          <p:cNvPr id="181" name="Графический объект 180">
            <a:extLst>
              <a:ext uri="{FF2B5EF4-FFF2-40B4-BE49-F238E27FC236}">
                <a16:creationId xmlns:a16="http://schemas.microsoft.com/office/drawing/2014/main" id="{9E752783-DDE2-44F7-B86A-1EF50472DCD7}"/>
              </a:ext>
            </a:extLst>
          </p:cNvPr>
          <p:cNvPicPr preferRelativeResize="0">
            <a:picLocks/>
          </p:cNvPicPr>
          <p:nvPr userDrawn="1"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4579416" y="6317529"/>
            <a:ext cx="594000" cy="144000"/>
          </a:xfrm>
          <a:prstGeom prst="rect">
            <a:avLst/>
          </a:prstGeom>
        </p:spPr>
      </p:pic>
      <p:pic>
        <p:nvPicPr>
          <p:cNvPr id="107" name="Рисунок 106" descr="Крупный план логотипа&#10;&#10;Описание создано с очень высокой степенью достоверности">
            <a:extLst>
              <a:ext uri="{FF2B5EF4-FFF2-40B4-BE49-F238E27FC236}">
                <a16:creationId xmlns:a16="http://schemas.microsoft.com/office/drawing/2014/main" id="{BEA68911-A091-421B-BD18-C7DE7DD3074D}"/>
              </a:ext>
            </a:extLst>
          </p:cNvPr>
          <p:cNvPicPr preferRelativeResize="0">
            <a:picLocks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3654756" y="5996858"/>
            <a:ext cx="1416113" cy="1397770"/>
          </a:xfrm>
          <a:prstGeom prst="rect">
            <a:avLst/>
          </a:prstGeom>
        </p:spPr>
      </p:pic>
      <p:sp>
        <p:nvSpPr>
          <p:cNvPr id="108" name="Рисунок 73">
            <a:extLst>
              <a:ext uri="{FF2B5EF4-FFF2-40B4-BE49-F238E27FC236}">
                <a16:creationId xmlns:a16="http://schemas.microsoft.com/office/drawing/2014/main" id="{FFA6074B-E2C1-4676-BABB-F9A4E168F48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631876" y="5979759"/>
            <a:ext cx="813600" cy="813600"/>
          </a:xfrm>
          <a:prstGeom prst="ellipse">
            <a:avLst/>
          </a:prstGeom>
          <a:solidFill>
            <a:schemeClr val="tx1"/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pic>
        <p:nvPicPr>
          <p:cNvPr id="182" name="Графический объект 181">
            <a:extLst>
              <a:ext uri="{FF2B5EF4-FFF2-40B4-BE49-F238E27FC236}">
                <a16:creationId xmlns:a16="http://schemas.microsoft.com/office/drawing/2014/main" id="{527C0226-D714-4BF7-911E-5D62B88B7447}"/>
              </a:ext>
            </a:extLst>
          </p:cNvPr>
          <p:cNvPicPr preferRelativeResize="0">
            <a:picLocks/>
          </p:cNvPicPr>
          <p:nvPr userDrawn="1"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4579416" y="7765280"/>
            <a:ext cx="594000" cy="144000"/>
          </a:xfrm>
          <a:prstGeom prst="rect">
            <a:avLst/>
          </a:prstGeom>
        </p:spPr>
      </p:pic>
      <p:pic>
        <p:nvPicPr>
          <p:cNvPr id="111" name="Рисунок 110" descr="Крупный план логотипа&#10;&#10;Описание создано с очень высокой степенью достоверности">
            <a:extLst>
              <a:ext uri="{FF2B5EF4-FFF2-40B4-BE49-F238E27FC236}">
                <a16:creationId xmlns:a16="http://schemas.microsoft.com/office/drawing/2014/main" id="{2BBFF7AD-7F35-4F2A-9989-3561F0CE6A7A}"/>
              </a:ext>
            </a:extLst>
          </p:cNvPr>
          <p:cNvPicPr preferRelativeResize="0">
            <a:picLocks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3657307" y="7446090"/>
            <a:ext cx="1416113" cy="1397770"/>
          </a:xfrm>
          <a:prstGeom prst="rect">
            <a:avLst/>
          </a:prstGeom>
        </p:spPr>
      </p:pic>
      <p:sp>
        <p:nvSpPr>
          <p:cNvPr id="112" name="Рисунок 73">
            <a:extLst>
              <a:ext uri="{FF2B5EF4-FFF2-40B4-BE49-F238E27FC236}">
                <a16:creationId xmlns:a16="http://schemas.microsoft.com/office/drawing/2014/main" id="{B6C2A255-BD7D-48FE-9AC9-EA2DBD4B940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631876" y="7428991"/>
            <a:ext cx="813600" cy="813600"/>
          </a:xfrm>
          <a:prstGeom prst="ellipse">
            <a:avLst/>
          </a:prstGeom>
          <a:solidFill>
            <a:schemeClr val="tx1"/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pic>
        <p:nvPicPr>
          <p:cNvPr id="183" name="Графический объект 182">
            <a:extLst>
              <a:ext uri="{FF2B5EF4-FFF2-40B4-BE49-F238E27FC236}">
                <a16:creationId xmlns:a16="http://schemas.microsoft.com/office/drawing/2014/main" id="{4B2E0E94-8E68-4B4C-8A38-B19A52D69894}"/>
              </a:ext>
            </a:extLst>
          </p:cNvPr>
          <p:cNvPicPr preferRelativeResize="0">
            <a:picLocks/>
          </p:cNvPicPr>
          <p:nvPr userDrawn="1"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3425663" y="7822766"/>
            <a:ext cx="1296000" cy="1308706"/>
          </a:xfrm>
          <a:prstGeom prst="rect">
            <a:avLst/>
          </a:prstGeom>
        </p:spPr>
      </p:pic>
      <p:pic>
        <p:nvPicPr>
          <p:cNvPr id="159" name="Графический объект 158">
            <a:extLst>
              <a:ext uri="{FF2B5EF4-FFF2-40B4-BE49-F238E27FC236}">
                <a16:creationId xmlns:a16="http://schemas.microsoft.com/office/drawing/2014/main" id="{A5488CC7-053D-4AC5-AE92-5E975339AA56}"/>
              </a:ext>
            </a:extLst>
          </p:cNvPr>
          <p:cNvPicPr>
            <a:picLocks noChangeAspect="1"/>
          </p:cNvPicPr>
          <p:nvPr userDrawn="1"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2153339" y="6443645"/>
            <a:ext cx="2566800" cy="1385056"/>
          </a:xfrm>
          <a:prstGeom prst="rect">
            <a:avLst/>
          </a:prstGeom>
        </p:spPr>
      </p:pic>
      <p:pic>
        <p:nvPicPr>
          <p:cNvPr id="184" name="Графический объект 183">
            <a:extLst>
              <a:ext uri="{FF2B5EF4-FFF2-40B4-BE49-F238E27FC236}">
                <a16:creationId xmlns:a16="http://schemas.microsoft.com/office/drawing/2014/main" id="{46B3D8DB-F765-46B6-82B1-506B5A369130}"/>
              </a:ext>
            </a:extLst>
          </p:cNvPr>
          <p:cNvPicPr>
            <a:picLocks noChangeAspect="1"/>
          </p:cNvPicPr>
          <p:nvPr userDrawn="1"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2145600" y="2140857"/>
            <a:ext cx="2566800" cy="1385056"/>
          </a:xfrm>
          <a:prstGeom prst="rect">
            <a:avLst/>
          </a:prstGeom>
        </p:spPr>
      </p:pic>
      <p:pic>
        <p:nvPicPr>
          <p:cNvPr id="92" name="Рисунок 91" descr="Крупный план логотипа&#10;&#10;Описание создано с очень высокой степенью достоверности">
            <a:extLst>
              <a:ext uri="{FF2B5EF4-FFF2-40B4-BE49-F238E27FC236}">
                <a16:creationId xmlns:a16="http://schemas.microsoft.com/office/drawing/2014/main" id="{F144D1E4-253E-4973-990D-A790780C28F3}"/>
              </a:ext>
            </a:extLst>
          </p:cNvPr>
          <p:cNvPicPr preferRelativeResize="0">
            <a:picLocks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3622878" y="1657315"/>
            <a:ext cx="1416113" cy="1397770"/>
          </a:xfrm>
          <a:prstGeom prst="rect">
            <a:avLst/>
          </a:prstGeom>
        </p:spPr>
      </p:pic>
      <p:sp>
        <p:nvSpPr>
          <p:cNvPr id="75" name="Рисунок 73">
            <a:extLst>
              <a:ext uri="{FF2B5EF4-FFF2-40B4-BE49-F238E27FC236}">
                <a16:creationId xmlns:a16="http://schemas.microsoft.com/office/drawing/2014/main" id="{79E08CEB-DD89-4B29-8641-C4EE0A4853B3}"/>
              </a:ext>
            </a:extLst>
          </p:cNvPr>
          <p:cNvSpPr>
            <a:spLocks noGrp="1"/>
          </p:cNvSpPr>
          <p:nvPr userDrawn="1">
            <p:ph type="pic" sz="quarter" idx="11"/>
          </p:nvPr>
        </p:nvSpPr>
        <p:spPr>
          <a:xfrm>
            <a:off x="3631876" y="1640216"/>
            <a:ext cx="813600" cy="813600"/>
          </a:xfrm>
          <a:prstGeom prst="ellipse">
            <a:avLst/>
          </a:prstGeom>
          <a:solidFill>
            <a:schemeClr val="tx1"/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41605771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8" userDrawn="1">
          <p15:clr>
            <a:srgbClr val="FBAE40"/>
          </p15:clr>
        </p15:guide>
        <p15:guide id="2" pos="2160" userDrawn="1">
          <p15:clr>
            <a:srgbClr val="FBAE40"/>
          </p15:clr>
        </p15:guide>
        <p15:guide id="3" pos="164" userDrawn="1">
          <p15:clr>
            <a:srgbClr val="FBAE40"/>
          </p15:clr>
        </p15:guide>
        <p15:guide id="4" pos="4156" userDrawn="1">
          <p15:clr>
            <a:srgbClr val="FBAE40"/>
          </p15:clr>
        </p15:guide>
        <p15:guide id="12" orient="horz" pos="560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 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ru-RU" noProof="0"/>
              <a:t>ДД.ММ.20ГГ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075BE66-B004-4B62-93B5-6C3A07EE5DEC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127442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8.png"/><Relationship Id="rId18" Type="http://schemas.openxmlformats.org/officeDocument/2006/relationships/image" Target="../media/image63.svg"/><Relationship Id="rId26" Type="http://schemas.openxmlformats.org/officeDocument/2006/relationships/image" Target="../media/image71.svg"/><Relationship Id="rId39" Type="http://schemas.openxmlformats.org/officeDocument/2006/relationships/image" Target="../media/image84.png"/><Relationship Id="rId21" Type="http://schemas.openxmlformats.org/officeDocument/2006/relationships/image" Target="../media/image66.png"/><Relationship Id="rId34" Type="http://schemas.openxmlformats.org/officeDocument/2006/relationships/image" Target="../media/image79.svg"/><Relationship Id="rId42" Type="http://schemas.openxmlformats.org/officeDocument/2006/relationships/image" Target="../media/image87.sv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61.svg"/><Relationship Id="rId20" Type="http://schemas.openxmlformats.org/officeDocument/2006/relationships/image" Target="../media/image65.svg"/><Relationship Id="rId29" Type="http://schemas.openxmlformats.org/officeDocument/2006/relationships/image" Target="../media/image74.png"/><Relationship Id="rId41" Type="http://schemas.openxmlformats.org/officeDocument/2006/relationships/image" Target="../media/image8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svg"/><Relationship Id="rId11" Type="http://schemas.openxmlformats.org/officeDocument/2006/relationships/image" Target="../media/image56.png"/><Relationship Id="rId24" Type="http://schemas.openxmlformats.org/officeDocument/2006/relationships/image" Target="../media/image69.svg"/><Relationship Id="rId32" Type="http://schemas.openxmlformats.org/officeDocument/2006/relationships/image" Target="../media/image77.svg"/><Relationship Id="rId37" Type="http://schemas.openxmlformats.org/officeDocument/2006/relationships/image" Target="../media/image82.png"/><Relationship Id="rId40" Type="http://schemas.openxmlformats.org/officeDocument/2006/relationships/image" Target="../media/image85.svg"/><Relationship Id="rId5" Type="http://schemas.openxmlformats.org/officeDocument/2006/relationships/image" Target="../media/image50.png"/><Relationship Id="rId15" Type="http://schemas.openxmlformats.org/officeDocument/2006/relationships/image" Target="../media/image60.png"/><Relationship Id="rId23" Type="http://schemas.openxmlformats.org/officeDocument/2006/relationships/image" Target="../media/image68.png"/><Relationship Id="rId28" Type="http://schemas.openxmlformats.org/officeDocument/2006/relationships/image" Target="../media/image73.svg"/><Relationship Id="rId36" Type="http://schemas.openxmlformats.org/officeDocument/2006/relationships/image" Target="../media/image81.svg"/><Relationship Id="rId10" Type="http://schemas.openxmlformats.org/officeDocument/2006/relationships/image" Target="../media/image55.svg"/><Relationship Id="rId19" Type="http://schemas.openxmlformats.org/officeDocument/2006/relationships/image" Target="../media/image64.png"/><Relationship Id="rId31" Type="http://schemas.openxmlformats.org/officeDocument/2006/relationships/image" Target="../media/image76.png"/><Relationship Id="rId4" Type="http://schemas.openxmlformats.org/officeDocument/2006/relationships/image" Target="../media/image49.svg"/><Relationship Id="rId9" Type="http://schemas.openxmlformats.org/officeDocument/2006/relationships/image" Target="../media/image54.png"/><Relationship Id="rId14" Type="http://schemas.openxmlformats.org/officeDocument/2006/relationships/image" Target="../media/image59.svg"/><Relationship Id="rId22" Type="http://schemas.openxmlformats.org/officeDocument/2006/relationships/image" Target="../media/image67.svg"/><Relationship Id="rId27" Type="http://schemas.openxmlformats.org/officeDocument/2006/relationships/image" Target="../media/image72.png"/><Relationship Id="rId30" Type="http://schemas.openxmlformats.org/officeDocument/2006/relationships/image" Target="../media/image75.svg"/><Relationship Id="rId35" Type="http://schemas.openxmlformats.org/officeDocument/2006/relationships/image" Target="../media/image80.png"/><Relationship Id="rId8" Type="http://schemas.openxmlformats.org/officeDocument/2006/relationships/image" Target="../media/image53.svg"/><Relationship Id="rId3" Type="http://schemas.openxmlformats.org/officeDocument/2006/relationships/image" Target="../media/image48.png"/><Relationship Id="rId12" Type="http://schemas.openxmlformats.org/officeDocument/2006/relationships/image" Target="../media/image57.svg"/><Relationship Id="rId17" Type="http://schemas.openxmlformats.org/officeDocument/2006/relationships/image" Target="../media/image62.png"/><Relationship Id="rId25" Type="http://schemas.openxmlformats.org/officeDocument/2006/relationships/image" Target="../media/image70.png"/><Relationship Id="rId33" Type="http://schemas.openxmlformats.org/officeDocument/2006/relationships/image" Target="../media/image78.png"/><Relationship Id="rId38" Type="http://schemas.openxmlformats.org/officeDocument/2006/relationships/image" Target="../media/image8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1">
            <a:extLst>
              <a:ext uri="{FF2B5EF4-FFF2-40B4-BE49-F238E27FC236}">
                <a16:creationId xmlns:a16="http://schemas.microsoft.com/office/drawing/2014/main" id="{C803EFAB-E587-4BF1-B44C-A7424E4C8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5313" y="54451"/>
            <a:ext cx="2260112" cy="1347196"/>
          </a:xfrm>
        </p:spPr>
        <p:txBody>
          <a:bodyPr rtlCol="0"/>
          <a:lstStyle/>
          <a:p>
            <a:r>
              <a:rPr lang="ru-RU"/>
              <a:t>ПРОДУКТ</a:t>
            </a:r>
            <a:br>
              <a:rPr lang="ru-RU"/>
            </a:br>
            <a:r>
              <a:rPr lang="ru-RU"/>
              <a:t>РАЗВИСТРАТЕГИЯТИЯ</a:t>
            </a:r>
          </a:p>
        </p:txBody>
      </p:sp>
      <p:pic>
        <p:nvPicPr>
          <p:cNvPr id="55" name="Рисунок 54" descr="Значок глобуса">
            <a:extLst>
              <a:ext uri="{FF2B5EF4-FFF2-40B4-BE49-F238E27FC236}">
                <a16:creationId xmlns:a16="http://schemas.microsoft.com/office/drawing/2014/main" id="{37A3FB08-CD7E-4D12-B6D5-0474F2D2CF96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/>
      </p:pic>
      <p:pic>
        <p:nvPicPr>
          <p:cNvPr id="145" name="Рисунок 144" descr="Значок глобуса">
            <a:extLst>
              <a:ext uri="{FF2B5EF4-FFF2-40B4-BE49-F238E27FC236}">
                <a16:creationId xmlns:a16="http://schemas.microsoft.com/office/drawing/2014/main" id="{6C18A99E-6A88-4308-A775-A52F54832F0D}"/>
              </a:ext>
            </a:extLst>
          </p:cNvPr>
          <p:cNvPicPr>
            <a:picLocks noGrp="1" noChangeAspect="1"/>
          </p:cNvPicPr>
          <p:nvPr>
            <p:ph type="pic" sz="quarter" idx="50"/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/>
      </p:pic>
      <p:sp>
        <p:nvSpPr>
          <p:cNvPr id="33" name="Текст 32">
            <a:extLst>
              <a:ext uri="{FF2B5EF4-FFF2-40B4-BE49-F238E27FC236}">
                <a16:creationId xmlns:a16="http://schemas.microsoft.com/office/drawing/2014/main" id="{CC616A15-98AE-445C-9F92-21A3FD16B02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 rtlCol="0"/>
          <a:lstStyle/>
          <a:p>
            <a:pPr rtl="0"/>
            <a:r>
              <a:rPr lang="ru-RU"/>
              <a:t>20XX</a:t>
            </a:r>
          </a:p>
        </p:txBody>
      </p:sp>
      <p:sp>
        <p:nvSpPr>
          <p:cNvPr id="34" name="Текст 33">
            <a:extLst>
              <a:ext uri="{FF2B5EF4-FFF2-40B4-BE49-F238E27FC236}">
                <a16:creationId xmlns:a16="http://schemas.microsoft.com/office/drawing/2014/main" id="{23CCB585-5A15-4E7C-96B6-C0057D449F2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 rtlCol="0"/>
          <a:lstStyle/>
          <a:p>
            <a:pPr rtl="0"/>
            <a:r>
              <a:rPr lang="ru-RU"/>
              <a:t>Lorem ipsum dolor sit amet, consectetuer adipiscing elit. Maecenas porttitor congue massa</a:t>
            </a:r>
          </a:p>
        </p:txBody>
      </p:sp>
      <p:pic>
        <p:nvPicPr>
          <p:cNvPr id="95" name="Рисунок 94" descr="Значок микропроцессора">
            <a:extLst>
              <a:ext uri="{FF2B5EF4-FFF2-40B4-BE49-F238E27FC236}">
                <a16:creationId xmlns:a16="http://schemas.microsoft.com/office/drawing/2014/main" id="{E5480516-45F9-4EB0-944F-75CCED40811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97" r="97"/>
          <a:stretch>
            <a:fillRect/>
          </a:stretch>
        </p:blipFill>
        <p:spPr/>
      </p:pic>
      <p:pic>
        <p:nvPicPr>
          <p:cNvPr id="149" name="Рисунок 148" descr="Значок микропроцессора">
            <a:extLst>
              <a:ext uri="{FF2B5EF4-FFF2-40B4-BE49-F238E27FC236}">
                <a16:creationId xmlns:a16="http://schemas.microsoft.com/office/drawing/2014/main" id="{E62C5D57-46DB-4FE5-B73D-50B4288EB53D}"/>
              </a:ext>
            </a:extLst>
          </p:cNvPr>
          <p:cNvPicPr>
            <a:picLocks noGrp="1" noChangeAspect="1"/>
          </p:cNvPicPr>
          <p:nvPr>
            <p:ph type="pic" sz="quarter" idx="55"/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t="180" b="180"/>
          <a:stretch>
            <a:fillRect/>
          </a:stretch>
        </p:blipFill>
        <p:spPr/>
      </p:pic>
      <p:sp>
        <p:nvSpPr>
          <p:cNvPr id="23" name="Текст 22">
            <a:extLst>
              <a:ext uri="{FF2B5EF4-FFF2-40B4-BE49-F238E27FC236}">
                <a16:creationId xmlns:a16="http://schemas.microsoft.com/office/drawing/2014/main" id="{0CABC91A-531F-4132-B5A2-3E70E3F6985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 rtlCol="0"/>
          <a:lstStyle/>
          <a:p>
            <a:pPr rtl="0"/>
            <a:r>
              <a:rPr lang="ru-RU"/>
              <a:t>20XX</a:t>
            </a:r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15606479-9866-4A9F-8795-33225594A99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 rtlCol="0"/>
          <a:lstStyle/>
          <a:p>
            <a:pPr rtl="0"/>
            <a:r>
              <a:rPr lang="ru-RU"/>
              <a:t>Lorem ipsum dolor sit amet, consectetuer adipiscing elit. Maecenas porttitor congue massa</a:t>
            </a:r>
          </a:p>
        </p:txBody>
      </p:sp>
      <p:pic>
        <p:nvPicPr>
          <p:cNvPr id="85" name="Рисунок 84" descr="Значок &quot;Кубы&quot;">
            <a:extLst>
              <a:ext uri="{FF2B5EF4-FFF2-40B4-BE49-F238E27FC236}">
                <a16:creationId xmlns:a16="http://schemas.microsoft.com/office/drawing/2014/main" id="{2B9CA395-C630-4D04-8BD8-EF76AEB56222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97" r="97"/>
          <a:stretch>
            <a:fillRect/>
          </a:stretch>
        </p:blipFill>
        <p:spPr/>
      </p:pic>
      <p:pic>
        <p:nvPicPr>
          <p:cNvPr id="153" name="Рисунок 152" descr="Значок &quot;Кубы&quot;">
            <a:extLst>
              <a:ext uri="{FF2B5EF4-FFF2-40B4-BE49-F238E27FC236}">
                <a16:creationId xmlns:a16="http://schemas.microsoft.com/office/drawing/2014/main" id="{9A054944-2900-4354-8B3E-B3CE692C35A1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t="180" b="180"/>
          <a:stretch>
            <a:fillRect/>
          </a:stretch>
        </p:blipFill>
        <p:spPr/>
      </p:pic>
      <p:sp>
        <p:nvSpPr>
          <p:cNvPr id="35" name="Текст 34">
            <a:extLst>
              <a:ext uri="{FF2B5EF4-FFF2-40B4-BE49-F238E27FC236}">
                <a16:creationId xmlns:a16="http://schemas.microsoft.com/office/drawing/2014/main" id="{7C731E8C-632F-45FC-92FD-29CD284AB64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 rtlCol="0"/>
          <a:lstStyle/>
          <a:p>
            <a:pPr rtl="0"/>
            <a:r>
              <a:rPr lang="ru-RU"/>
              <a:t>20XX</a:t>
            </a: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77DE7F63-93F9-44B6-8B3C-DE039FD2271C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 rtlCol="0"/>
          <a:lstStyle/>
          <a:p>
            <a:pPr rtl="0"/>
            <a:r>
              <a:rPr lang="ru-RU"/>
              <a:t>Lorem ipsum dolor sit amet, consectetuer adipiscing elit. Maecenas porttitor congue massa</a:t>
            </a:r>
          </a:p>
        </p:txBody>
      </p:sp>
      <p:pic>
        <p:nvPicPr>
          <p:cNvPr id="89" name="Рисунок 88" descr="Значок атома">
            <a:extLst>
              <a:ext uri="{FF2B5EF4-FFF2-40B4-BE49-F238E27FC236}">
                <a16:creationId xmlns:a16="http://schemas.microsoft.com/office/drawing/2014/main" id="{765E7290-F2FE-45E1-9802-21FC47893724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/>
      </p:pic>
      <p:pic>
        <p:nvPicPr>
          <p:cNvPr id="161" name="Рисунок 160" descr="Значок атома">
            <a:extLst>
              <a:ext uri="{FF2B5EF4-FFF2-40B4-BE49-F238E27FC236}">
                <a16:creationId xmlns:a16="http://schemas.microsoft.com/office/drawing/2014/main" id="{43E7DEA2-F049-452D-A1DC-EC3566B788D3}"/>
              </a:ext>
            </a:extLst>
          </p:cNvPr>
          <p:cNvPicPr>
            <a:picLocks noGrp="1" noChangeAspect="1"/>
          </p:cNvPicPr>
          <p:nvPr>
            <p:ph type="pic" sz="quarter" idx="56"/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/>
      </p:pic>
      <p:sp>
        <p:nvSpPr>
          <p:cNvPr id="25" name="Текст 24">
            <a:extLst>
              <a:ext uri="{FF2B5EF4-FFF2-40B4-BE49-F238E27FC236}">
                <a16:creationId xmlns:a16="http://schemas.microsoft.com/office/drawing/2014/main" id="{0E5AF557-A75D-4BB5-8354-37F4A2137F0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 rtlCol="0"/>
          <a:lstStyle/>
          <a:p>
            <a:pPr rtl="0"/>
            <a:r>
              <a:rPr lang="ru-RU"/>
              <a:t>20XX</a:t>
            </a:r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AC8C46E0-0C8A-4D59-B217-A16B7E30F99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/>
          <a:p>
            <a:pPr rtl="0"/>
            <a:r>
              <a:rPr lang="ru-RU"/>
              <a:t>Lorem ipsum dolor sit amet, consectetuer adipiscing elit. Maecenas porttitor congue massa</a:t>
            </a:r>
          </a:p>
        </p:txBody>
      </p:sp>
      <p:pic>
        <p:nvPicPr>
          <p:cNvPr id="125" name="Рисунок 124" descr="Значок замка">
            <a:extLst>
              <a:ext uri="{FF2B5EF4-FFF2-40B4-BE49-F238E27FC236}">
                <a16:creationId xmlns:a16="http://schemas.microsoft.com/office/drawing/2014/main" id="{8532ADC0-72F7-4847-B0C8-C1F323D80D03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/>
      </p:pic>
      <p:pic>
        <p:nvPicPr>
          <p:cNvPr id="175" name="Рисунок 174" descr="Значок замка">
            <a:extLst>
              <a:ext uri="{FF2B5EF4-FFF2-40B4-BE49-F238E27FC236}">
                <a16:creationId xmlns:a16="http://schemas.microsoft.com/office/drawing/2014/main" id="{E6F999B9-904A-41D4-9CC7-1C96BF142DD9}"/>
              </a:ext>
            </a:extLst>
          </p:cNvPr>
          <p:cNvPicPr>
            <a:picLocks noGrp="1" noChangeAspect="1"/>
          </p:cNvPicPr>
          <p:nvPr>
            <p:ph type="pic" sz="quarter" idx="52"/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/>
      </p:pic>
      <p:sp>
        <p:nvSpPr>
          <p:cNvPr id="37" name="Текст 36">
            <a:extLst>
              <a:ext uri="{FF2B5EF4-FFF2-40B4-BE49-F238E27FC236}">
                <a16:creationId xmlns:a16="http://schemas.microsoft.com/office/drawing/2014/main" id="{8E898CFA-1688-4C14-BC59-751C9B4D2BF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 rtlCol="0"/>
          <a:lstStyle/>
          <a:p>
            <a:pPr rtl="0"/>
            <a:r>
              <a:rPr lang="ru-RU"/>
              <a:t>20XX</a:t>
            </a:r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7680C2A3-C4E3-40E7-9961-5A026F441EFA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 rtlCol="0"/>
          <a:lstStyle/>
          <a:p>
            <a:pPr rtl="0"/>
            <a:r>
              <a:rPr lang="ru-RU"/>
              <a:t>Lorem ipsum dolor sit amet, consectetuer adipiscing elit. Maecenas porttitor congue massa</a:t>
            </a:r>
          </a:p>
        </p:txBody>
      </p:sp>
      <p:pic>
        <p:nvPicPr>
          <p:cNvPr id="135" name="Рисунок 134" descr="Значок &quot;Поиск&quot;">
            <a:extLst>
              <a:ext uri="{FF2B5EF4-FFF2-40B4-BE49-F238E27FC236}">
                <a16:creationId xmlns:a16="http://schemas.microsoft.com/office/drawing/2014/main" id="{90469E46-8456-4C58-A8AE-7729767DFD2E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 rotWithShape="1"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/>
      </p:pic>
      <p:pic>
        <p:nvPicPr>
          <p:cNvPr id="179" name="Рисунок 178" descr="Значок &quot;Поиск&quot;">
            <a:extLst>
              <a:ext uri="{FF2B5EF4-FFF2-40B4-BE49-F238E27FC236}">
                <a16:creationId xmlns:a16="http://schemas.microsoft.com/office/drawing/2014/main" id="{1DDA7E32-6ED9-4B33-B32F-8ED11400FB96}"/>
              </a:ext>
            </a:extLst>
          </p:cNvPr>
          <p:cNvPicPr>
            <a:picLocks noGrp="1" noChangeAspect="1"/>
          </p:cNvPicPr>
          <p:nvPr>
            <p:ph type="pic" sz="quarter" idx="57"/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t="180" b="180"/>
          <a:stretch>
            <a:fillRect/>
          </a:stretch>
        </p:blipFill>
        <p:spPr/>
      </p:pic>
      <p:sp>
        <p:nvSpPr>
          <p:cNvPr id="27" name="Текст 26">
            <a:extLst>
              <a:ext uri="{FF2B5EF4-FFF2-40B4-BE49-F238E27FC236}">
                <a16:creationId xmlns:a16="http://schemas.microsoft.com/office/drawing/2014/main" id="{A9886B47-EB19-4F7C-B11C-AC77F7E0CB2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 rtlCol="0"/>
          <a:lstStyle/>
          <a:p>
            <a:pPr rtl="0"/>
            <a:r>
              <a:rPr lang="ru-RU"/>
              <a:t>20XX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6386FE1D-5753-4826-9BC9-B63ACE83BD6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 rtlCol="0"/>
          <a:lstStyle/>
          <a:p>
            <a:pPr rtl="0"/>
            <a:r>
              <a:rPr lang="ru-RU"/>
              <a:t>Lorem ipsum dolor sit amet, consectetuer adipiscing elit. Maecenas porttitor congue massa</a:t>
            </a:r>
          </a:p>
        </p:txBody>
      </p:sp>
      <p:pic>
        <p:nvPicPr>
          <p:cNvPr id="133" name="Рисунок 132" descr="Значок &quot;Диаграммы&quot;">
            <a:extLst>
              <a:ext uri="{FF2B5EF4-FFF2-40B4-BE49-F238E27FC236}">
                <a16:creationId xmlns:a16="http://schemas.microsoft.com/office/drawing/2014/main" id="{DA693DAA-70F5-4DE5-B82E-2209B56F19AE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/>
      </p:pic>
      <p:pic>
        <p:nvPicPr>
          <p:cNvPr id="183" name="Рисунок 182" descr="Значок &quot;Диаграммы&quot;">
            <a:extLst>
              <a:ext uri="{FF2B5EF4-FFF2-40B4-BE49-F238E27FC236}">
                <a16:creationId xmlns:a16="http://schemas.microsoft.com/office/drawing/2014/main" id="{5BA8F33C-1995-45BD-B260-DF39DAF5655D}"/>
              </a:ext>
            </a:extLst>
          </p:cNvPr>
          <p:cNvPicPr>
            <a:picLocks noGrp="1" noChangeAspect="1"/>
          </p:cNvPicPr>
          <p:nvPr>
            <p:ph type="pic" sz="quarter" idx="53"/>
          </p:nvPr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 t="180" b="180"/>
          <a:stretch>
            <a:fillRect/>
          </a:stretch>
        </p:blipFill>
        <p:spPr/>
      </p:pic>
      <p:sp>
        <p:nvSpPr>
          <p:cNvPr id="39" name="Текст 38">
            <a:extLst>
              <a:ext uri="{FF2B5EF4-FFF2-40B4-BE49-F238E27FC236}">
                <a16:creationId xmlns:a16="http://schemas.microsoft.com/office/drawing/2014/main" id="{594741B7-D929-4272-B25B-81E711AF29A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 rtlCol="0"/>
          <a:lstStyle/>
          <a:p>
            <a:pPr rtl="0"/>
            <a:r>
              <a:rPr lang="ru-RU"/>
              <a:t>20XX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BD0AFB30-1FB2-418E-B2D2-297AA3CD453D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 rtlCol="0"/>
          <a:lstStyle/>
          <a:p>
            <a:pPr rtl="0"/>
            <a:r>
              <a:rPr lang="ru-RU"/>
              <a:t>Lorem ipsum dolor sit amet, consectetuer adipiscing elit. Maecenas porttitor congue massa</a:t>
            </a:r>
          </a:p>
        </p:txBody>
      </p:sp>
      <p:pic>
        <p:nvPicPr>
          <p:cNvPr id="121" name="Рисунок 120" descr="Значок мобильных устройств">
            <a:extLst>
              <a:ext uri="{FF2B5EF4-FFF2-40B4-BE49-F238E27FC236}">
                <a16:creationId xmlns:a16="http://schemas.microsoft.com/office/drawing/2014/main" id="{950B4FEA-3E81-4BA2-902D-6C72B63914FE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/>
      </p:pic>
      <p:pic>
        <p:nvPicPr>
          <p:cNvPr id="165" name="Рисунок 164" descr="Значок мобильных устройств">
            <a:extLst>
              <a:ext uri="{FF2B5EF4-FFF2-40B4-BE49-F238E27FC236}">
                <a16:creationId xmlns:a16="http://schemas.microsoft.com/office/drawing/2014/main" id="{56C27F8C-5947-4902-9D6D-9111560A0DCC}"/>
              </a:ext>
            </a:extLst>
          </p:cNvPr>
          <p:cNvPicPr>
            <a:picLocks noGrp="1" noChangeAspect="1"/>
          </p:cNvPicPr>
          <p:nvPr>
            <p:ph type="pic" sz="quarter" idx="58"/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/>
      </p:pic>
      <p:sp>
        <p:nvSpPr>
          <p:cNvPr id="29" name="Текст 28">
            <a:extLst>
              <a:ext uri="{FF2B5EF4-FFF2-40B4-BE49-F238E27FC236}">
                <a16:creationId xmlns:a16="http://schemas.microsoft.com/office/drawing/2014/main" id="{908F6B36-65A4-4364-B129-AEC7505F2F3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 rtlCol="0"/>
          <a:lstStyle/>
          <a:p>
            <a:pPr rtl="0"/>
            <a:r>
              <a:rPr lang="ru-RU"/>
              <a:t>20XX</a:t>
            </a:r>
          </a:p>
        </p:txBody>
      </p:sp>
      <p:sp>
        <p:nvSpPr>
          <p:cNvPr id="30" name="Текст 29">
            <a:extLst>
              <a:ext uri="{FF2B5EF4-FFF2-40B4-BE49-F238E27FC236}">
                <a16:creationId xmlns:a16="http://schemas.microsoft.com/office/drawing/2014/main" id="{8CEC195C-526B-4BFC-8648-6508872A1CD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 rtlCol="0"/>
          <a:lstStyle/>
          <a:p>
            <a:pPr rtl="0"/>
            <a:r>
              <a:rPr lang="ru-RU"/>
              <a:t>Lorem ipsum dolor sit amet, consectetuer adipiscing elit. Maecenas porttitor congue massa</a:t>
            </a:r>
          </a:p>
        </p:txBody>
      </p:sp>
      <p:pic>
        <p:nvPicPr>
          <p:cNvPr id="113" name="Рисунок 112" descr="Значок ноутбука">
            <a:extLst>
              <a:ext uri="{FF2B5EF4-FFF2-40B4-BE49-F238E27FC236}">
                <a16:creationId xmlns:a16="http://schemas.microsoft.com/office/drawing/2014/main" id="{5DA96FDB-9B4B-466A-ACE5-193A1A8EEE35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 l="97" r="97"/>
          <a:stretch>
            <a:fillRect/>
          </a:stretch>
        </p:blipFill>
        <p:spPr/>
      </p:pic>
      <p:pic>
        <p:nvPicPr>
          <p:cNvPr id="157" name="Рисунок 156" descr="Значок ноутбука">
            <a:extLst>
              <a:ext uri="{FF2B5EF4-FFF2-40B4-BE49-F238E27FC236}">
                <a16:creationId xmlns:a16="http://schemas.microsoft.com/office/drawing/2014/main" id="{E286CD76-366D-409D-8801-BBF79EC1E291}"/>
              </a:ext>
            </a:extLst>
          </p:cNvPr>
          <p:cNvPicPr>
            <a:picLocks noGrp="1" noChangeAspect="1"/>
          </p:cNvPicPr>
          <p:nvPr>
            <p:ph type="pic" sz="quarter" idx="54"/>
          </p:nvPr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/>
      </p:pic>
      <p:sp>
        <p:nvSpPr>
          <p:cNvPr id="41" name="Текст 40">
            <a:extLst>
              <a:ext uri="{FF2B5EF4-FFF2-40B4-BE49-F238E27FC236}">
                <a16:creationId xmlns:a16="http://schemas.microsoft.com/office/drawing/2014/main" id="{6674B59E-A624-46A5-B17E-CFD4EB391B1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 rtlCol="0"/>
          <a:lstStyle/>
          <a:p>
            <a:pPr rtl="0"/>
            <a:r>
              <a:rPr lang="ru-RU"/>
              <a:t>20XX</a:t>
            </a:r>
          </a:p>
        </p:txBody>
      </p:sp>
      <p:sp>
        <p:nvSpPr>
          <p:cNvPr id="42" name="Текст 41">
            <a:extLst>
              <a:ext uri="{FF2B5EF4-FFF2-40B4-BE49-F238E27FC236}">
                <a16:creationId xmlns:a16="http://schemas.microsoft.com/office/drawing/2014/main" id="{E6F0FC76-2379-43FD-ADED-5BE2CCDC59E1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 rtlCol="0"/>
          <a:lstStyle/>
          <a:p>
            <a:pPr rtl="0"/>
            <a:r>
              <a:rPr lang="ru-RU"/>
              <a:t>Lorem ipsum dolor sit amet, consectetuer adipiscing elit. Maecenas porttitor congue massa</a:t>
            </a:r>
          </a:p>
        </p:txBody>
      </p:sp>
      <p:pic>
        <p:nvPicPr>
          <p:cNvPr id="117" name="Рисунок 116" descr="Значок контрольного списка">
            <a:extLst>
              <a:ext uri="{FF2B5EF4-FFF2-40B4-BE49-F238E27FC236}">
                <a16:creationId xmlns:a16="http://schemas.microsoft.com/office/drawing/2014/main" id="{4186EB7D-097D-48C1-9516-9BF372F0B804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/>
      </p:pic>
      <p:pic>
        <p:nvPicPr>
          <p:cNvPr id="171" name="Рисунок 170" descr="Значок контрольного списка">
            <a:extLst>
              <a:ext uri="{FF2B5EF4-FFF2-40B4-BE49-F238E27FC236}">
                <a16:creationId xmlns:a16="http://schemas.microsoft.com/office/drawing/2014/main" id="{67E3E39F-66D0-4F49-A651-D2A9E3FE26AD}"/>
              </a:ext>
            </a:extLst>
          </p:cNvPr>
          <p:cNvPicPr>
            <a:picLocks noGrp="1" noChangeAspect="1"/>
          </p:cNvPicPr>
          <p:nvPr>
            <p:ph type="pic" sz="quarter" idx="59"/>
          </p:nvPr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 t="180" b="180"/>
          <a:stretch>
            <a:fillRect/>
          </a:stretch>
        </p:blipFill>
        <p:spPr/>
      </p:pic>
      <p:sp>
        <p:nvSpPr>
          <p:cNvPr id="31" name="Текст 30">
            <a:extLst>
              <a:ext uri="{FF2B5EF4-FFF2-40B4-BE49-F238E27FC236}">
                <a16:creationId xmlns:a16="http://schemas.microsoft.com/office/drawing/2014/main" id="{50ACADB9-C1A2-43B7-AD69-4E7B9A980FD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 rtlCol="0"/>
          <a:lstStyle/>
          <a:p>
            <a:pPr rtl="0"/>
            <a:r>
              <a:rPr lang="ru-RU"/>
              <a:t>20XX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014ADAF4-D76A-486A-BD20-92251BFE5E0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 rtlCol="0"/>
          <a:lstStyle/>
          <a:p>
            <a:pPr rtl="0"/>
            <a:r>
              <a:rPr lang="ru-RU"/>
              <a:t>Lorem ipsum dolor sit amet, consectetuer adipiscing elit. Maecenas porttitor congue massa</a:t>
            </a:r>
          </a:p>
        </p:txBody>
      </p:sp>
      <p:sp>
        <p:nvSpPr>
          <p:cNvPr id="43" name="Текст 42">
            <a:extLst>
              <a:ext uri="{FF2B5EF4-FFF2-40B4-BE49-F238E27FC236}">
                <a16:creationId xmlns:a16="http://schemas.microsoft.com/office/drawing/2014/main" id="{A19BCCFF-7856-405D-A016-546DEFEC991D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355000" y="7976772"/>
            <a:ext cx="1407768" cy="827894"/>
          </a:xfrm>
        </p:spPr>
        <p:txBody>
          <a:bodyPr rtlCol="0"/>
          <a:lstStyle/>
          <a:p>
            <a:pPr rtl="0"/>
            <a:r>
              <a:rPr lang="ru-RU"/>
              <a:t>20XX</a:t>
            </a:r>
            <a:br>
              <a:rPr lang="ru-RU"/>
            </a:br>
            <a:r>
              <a:rPr lang="ru-RU"/>
              <a:t>20ГГ</a:t>
            </a:r>
          </a:p>
        </p:txBody>
      </p:sp>
    </p:spTree>
    <p:extLst>
      <p:ext uri="{BB962C8B-B14F-4D97-AF65-F5344CB8AC3E}">
        <p14:creationId xmlns:p14="http://schemas.microsoft.com/office/powerpoint/2010/main" val="16024401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Custom 15">
      <a:dk1>
        <a:srgbClr val="FFFFFF"/>
      </a:dk1>
      <a:lt1>
        <a:srgbClr val="191E28"/>
      </a:lt1>
      <a:dk2>
        <a:srgbClr val="B3B3B3"/>
      </a:dk2>
      <a:lt2>
        <a:srgbClr val="0076A1"/>
      </a:lt2>
      <a:accent1>
        <a:srgbClr val="DF3A42"/>
      </a:accent1>
      <a:accent2>
        <a:srgbClr val="F47200"/>
      </a:accent2>
      <a:accent3>
        <a:srgbClr val="D5A300"/>
      </a:accent3>
      <a:accent4>
        <a:srgbClr val="77B700"/>
      </a:accent4>
      <a:accent5>
        <a:srgbClr val="239C7E"/>
      </a:accent5>
      <a:accent6>
        <a:srgbClr val="3E2A77"/>
      </a:accent6>
      <a:hlink>
        <a:srgbClr val="B3B3B3"/>
      </a:hlink>
      <a:folHlink>
        <a:srgbClr val="B3B3B3"/>
      </a:folHlink>
    </a:clrScheme>
    <a:fontScheme name="Custom 16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30677690_TF00954201" id="{6F7D91F0-0633-4C75-9101-0A59B8510FC3}" vid="{F4FBAC14-9291-4664-90E4-DF2008041E97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9" ma:contentTypeDescription="Create a new document." ma:contentTypeScope="" ma:versionID="76e25e1730b4532ab1d5e5b131a96a5a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d1e9281a84c4949647088091c718de3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6DD9C48-C15B-4063-BBC7-6EBD3EDB4A61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sharepoint/v3"/>
    <ds:schemaRef ds:uri="http://schemas.openxmlformats.org/package/2006/metadata/core-properties"/>
    <ds:schemaRef ds:uri="6dc4bcd6-49db-4c07-9060-8acfc67cef9f"/>
    <ds:schemaRef ds:uri="http://purl.org/dc/terms/"/>
    <ds:schemaRef ds:uri="http://schemas.microsoft.com/office/infopath/2007/PartnerControls"/>
    <ds:schemaRef ds:uri="fb0879af-3eba-417a-a55a-ffe6dcd6ca77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74B622E-5F8A-4135-A109-F06CA7ACEDA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8448F01-F218-472B-94EF-A6FE7AC037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Плакат с инфографикой Дорожная карта продукта</Template>
  <TotalTime>0</TotalTime>
  <Words>157</Words>
  <Application>Microsoft Office PowerPoint</Application>
  <PresentationFormat>Экран (4:3)</PresentationFormat>
  <Paragraphs>23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Century Gothic</vt:lpstr>
      <vt:lpstr>Тема Office</vt:lpstr>
      <vt:lpstr>ПРОДУКТ РАЗВИСТРАТЕГИЯТИЯ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ПРОДУКТ РАЗВИСТРАТЕГИЯТИЯ</dc:title>
  <dc:creator>play steen</dc:creator>
  <cp:lastModifiedBy>play steen</cp:lastModifiedBy>
  <cp:revision>1</cp:revision>
  <dcterms:created xsi:type="dcterms:W3CDTF">2026-02-13T06:30:45Z</dcterms:created>
  <dcterms:modified xsi:type="dcterms:W3CDTF">2026-02-13T06:31:14Z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</Properties>
</file>