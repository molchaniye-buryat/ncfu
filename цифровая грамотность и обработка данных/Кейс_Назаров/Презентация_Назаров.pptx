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410" r:id="rId5"/>
    <p:sldId id="383" r:id="rId6"/>
    <p:sldId id="391" r:id="rId7"/>
    <p:sldId id="408" r:id="rId8"/>
    <p:sldId id="407" r:id="rId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33" autoAdjust="0"/>
    <p:restoredTop sz="96327" autoAdjust="0"/>
  </p:normalViewPr>
  <p:slideViewPr>
    <p:cSldViewPr snapToGrid="0">
      <p:cViewPr varScale="1">
        <p:scale>
          <a:sx n="112" d="100"/>
          <a:sy n="112" d="100"/>
        </p:scale>
        <p:origin x="2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5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51F6ED01-B613-435C-806E-485D60D5A270}" type="datetime1">
              <a:rPr lang="ru-RU" smtClean="0"/>
              <a:t>20.09.2025</a:t>
            </a:fld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2C230DF-5933-439D-898F-38E9AC9BA68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8" name="Верхний колонтитул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E22AA5DB-3D36-41C7-B5E9-13985188493D}" type="datetime1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A89C7E07-3C67-C64C-8DA0-0404F63039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Автофигура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 spc="50" baseline="0"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ru-RU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3" name="Номер слайда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2" name="Дата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Полилиния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ru-RU" sz="2000"/>
            </a:lvl1pPr>
            <a:lvl2pPr indent="-283464">
              <a:spcBef>
                <a:spcPts val="18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Полилиния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9436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4864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Автофигура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8" name="Полилиния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9" name="Полилиния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ru-RU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ru-RU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ru-RU" sz="2000"/>
            </a:lvl3pPr>
            <a:lvl4pPr marL="1371600" indent="0">
              <a:spcBef>
                <a:spcPts val="1800"/>
              </a:spcBef>
              <a:buFont typeface="+mj-lt"/>
              <a:buNone/>
              <a:defRPr lang="ru-RU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endParaRPr lang="ru-RU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4864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рисун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indent="-283464">
              <a:spcBef>
                <a:spcPts val="18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Полилиния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7" name="Полилиния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457200" indent="0">
              <a:spcBef>
                <a:spcPts val="1800"/>
              </a:spcBef>
              <a:buNone/>
              <a:defRPr lang="ru-RU" sz="2000"/>
            </a:lvl2pPr>
            <a:lvl3pPr marL="914400" indent="0">
              <a:spcBef>
                <a:spcPts val="1800"/>
              </a:spcBef>
              <a:buNone/>
              <a:defRPr lang="ru-RU" sz="2000"/>
            </a:lvl3pPr>
            <a:lvl4pPr marL="1371600" indent="0">
              <a:spcBef>
                <a:spcPts val="1800"/>
              </a:spcBef>
              <a:buNone/>
              <a:defRPr lang="ru-RU" sz="2000"/>
            </a:lvl4pPr>
            <a:lvl5pPr marL="1828800" indent="0">
              <a:spcBef>
                <a:spcPts val="1800"/>
              </a:spcBef>
              <a:buNone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ru-RU" sz="2000"/>
            </a:lvl1pPr>
            <a:lvl2pPr>
              <a:spcBef>
                <a:spcPts val="6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Полилиния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ru-RU" sz="2000"/>
            </a:lvl1pPr>
            <a:lvl2pPr>
              <a:spcBef>
                <a:spcPts val="6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ru-RU" sz="2000"/>
            </a:lvl1pPr>
            <a:lvl2pPr>
              <a:spcBef>
                <a:spcPts val="18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9" name="Местозаполнитель таблицы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ru-RU"/>
            </a:lvl1pPr>
          </a:lstStyle>
          <a:p>
            <a:pPr rtl="0"/>
            <a:r>
              <a:rPr lang="ru-RU"/>
              <a:t>Щелкните значок, чтобы добавить таблицу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0" name="Дата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ru-RU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ru-RU" dirty="0">
              <a:latin typeface="+mn-lt"/>
            </a:endParaRPr>
          </a:p>
        </p:txBody>
      </p:sp>
      <p:sp>
        <p:nvSpPr>
          <p:cNvPr id="32" name="Номер слайда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ru-RU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ru-RU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ru-RU">
          <a:solidFill>
            <a:schemeClr val="tx2"/>
          </a:solidFill>
        </a:defRPr>
      </a:lvl2pPr>
      <a:lvl3pPr eaLnBrk="1" hangingPunct="1">
        <a:defRPr lang="ru-RU">
          <a:solidFill>
            <a:schemeClr val="tx2"/>
          </a:solidFill>
        </a:defRPr>
      </a:lvl3pPr>
      <a:lvl4pPr eaLnBrk="1" hangingPunct="1">
        <a:defRPr lang="ru-RU">
          <a:solidFill>
            <a:schemeClr val="tx2"/>
          </a:solidFill>
        </a:defRPr>
      </a:lvl4pPr>
      <a:lvl5pPr eaLnBrk="1" hangingPunct="1">
        <a:defRPr lang="ru-RU">
          <a:solidFill>
            <a:schemeClr val="tx2"/>
          </a:solidFill>
        </a:defRPr>
      </a:lvl5pPr>
      <a:lvl6pPr eaLnBrk="1" hangingPunct="1">
        <a:defRPr lang="ru-RU">
          <a:solidFill>
            <a:schemeClr val="tx2"/>
          </a:solidFill>
        </a:defRPr>
      </a:lvl6pPr>
      <a:lvl7pPr eaLnBrk="1" hangingPunct="1">
        <a:defRPr lang="ru-RU">
          <a:solidFill>
            <a:schemeClr val="tx2"/>
          </a:solidFill>
        </a:defRPr>
      </a:lvl7pPr>
      <a:lvl8pPr eaLnBrk="1" hangingPunct="1">
        <a:defRPr lang="ru-RU">
          <a:solidFill>
            <a:schemeClr val="tx2"/>
          </a:solidFill>
        </a:defRPr>
      </a:lvl8pPr>
      <a:lvl9pPr eaLnBrk="1" hangingPunct="1">
        <a:defRPr lang="ru-RU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4400" dirty="0"/>
              <a:t>Современный Word: Профессиональные документы за минуты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BD95ADF-9BD4-0618-DA18-806741B74E85}"/>
              </a:ext>
            </a:extLst>
          </p:cNvPr>
          <p:cNvSpPr txBox="1">
            <a:spLocks/>
          </p:cNvSpPr>
          <p:nvPr/>
        </p:nvSpPr>
        <p:spPr>
          <a:xfrm>
            <a:off x="9798335" y="5409487"/>
            <a:ext cx="2264711" cy="125779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r>
              <a:rPr lang="ru-RU" sz="2400" b="0" dirty="0">
                <a:solidFill>
                  <a:schemeClr val="bg2">
                    <a:lumMod val="75000"/>
                  </a:schemeClr>
                </a:solidFill>
              </a:rPr>
              <a:t>Назаров Глеб</a:t>
            </a:r>
          </a:p>
          <a:p>
            <a:r>
              <a:rPr lang="ru-RU" sz="2400" b="0" dirty="0">
                <a:solidFill>
                  <a:schemeClr val="bg2">
                    <a:lumMod val="75000"/>
                  </a:schemeClr>
                </a:solidFill>
              </a:rPr>
              <a:t>ИНС-б-о-25-1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474C9EC-99D1-D9D8-4110-5FAA46410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221" y="676542"/>
            <a:ext cx="2701494" cy="180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Убеждайте с помощью мультимедиа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957" y="2477791"/>
            <a:ext cx="6788150" cy="3709987"/>
          </a:xfrm>
        </p:spPr>
        <p:txBody>
          <a:bodyPr tIns="457200" rtlCol="0">
            <a:normAutofit fontScale="92500" lnSpcReduction="10000"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Вставляйте видео прямо из интернета по ключевому слову или ссылке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Легко управляйте изображениями — инструменты разметки появляются одним щелчком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Подкрепляйте свои аргументы наглядными материалами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CEB6975-D086-7101-D064-DFD964EB3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460" y="4454501"/>
            <a:ext cx="3816186" cy="173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284436" cy="168020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Профессиональный вид одним щелчком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Темы оформления мгновенно меняют стиль всего документа: шрифты, цвета, графику</a:t>
            </a:r>
          </a:p>
          <a:p>
            <a:pPr rtl="0"/>
            <a:r>
              <a:rPr lang="ru-RU" dirty="0"/>
              <a:t>Готовые макеты для титульных страниц, колонтитулов и текстовых полей</a:t>
            </a:r>
          </a:p>
          <a:p>
            <a:pPr rtl="0"/>
            <a:r>
              <a:rPr lang="ru-RU" dirty="0"/>
              <a:t>Ваш документ всегда выглядит стильно и целостно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CCA06063-492D-97E4-A228-961ED5781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728" y="4588024"/>
            <a:ext cx="2922510" cy="2065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Работайте быстрее с интеллектуальными функциями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75247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b="1" dirty="0"/>
              <a:t>Таблицы: </a:t>
            </a:r>
            <a:r>
              <a:rPr lang="ru-RU" dirty="0"/>
              <a:t>Добавляйте строки и столбцы одним кликом на значок «+».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861434"/>
          </a:xfrm>
        </p:spPr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r>
              <a:rPr lang="ru-RU" b="1" dirty="0"/>
              <a:t>Контекстные команды:</a:t>
            </a:r>
            <a:r>
              <a:rPr lang="ru-RU" dirty="0"/>
              <a:t> Нужные кнопки появляются рядом с объектами только тогда, когда они нужны.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75010261-B793-6BD9-E985-8D78ADE7C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4059255"/>
            <a:ext cx="4328655" cy="1754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35389C6B-F42C-B656-70E2-3DB47F71C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071" y="4018899"/>
            <a:ext cx="3717390" cy="179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Читайте и работайте где угодно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3624" y="332315"/>
            <a:ext cx="5198269" cy="331951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b="1" dirty="0"/>
              <a:t>Режим чтения</a:t>
            </a:r>
            <a:r>
              <a:rPr lang="ru-RU" dirty="0"/>
              <a:t>: Позволяет сфокусироваться на тексте без отвлекающих элементов.</a:t>
            </a:r>
          </a:p>
          <a:p>
            <a:pPr rtl="0"/>
            <a:endParaRPr lang="ru-RU" dirty="0"/>
          </a:p>
          <a:p>
            <a:pPr rtl="0"/>
            <a:r>
              <a:rPr lang="ru-RU" b="1" dirty="0"/>
              <a:t>Синхронизация</a:t>
            </a:r>
            <a:r>
              <a:rPr lang="ru-RU" dirty="0"/>
              <a:t>: Word запоминает место, где вы остановились, даже на другом устройстве.</a:t>
            </a:r>
          </a:p>
          <a:p>
            <a:pPr rtl="0"/>
            <a:r>
              <a:rPr lang="ru-RU" dirty="0"/>
              <a:t>Ваш прогресс всегда сохранен.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814B9045-802F-C0E0-1F9B-917F728CC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13" y="3651828"/>
            <a:ext cx="30861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145</Words>
  <Application>Microsoft Office PowerPoint</Application>
  <PresentationFormat>Широкоэкранный</PresentationFormat>
  <Paragraphs>26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Franklin Gothic Book</vt:lpstr>
      <vt:lpstr>Franklin Gothic Demi</vt:lpstr>
      <vt:lpstr>Пользовательская</vt:lpstr>
      <vt:lpstr>Современный Word: Профессиональные документы за минуты</vt:lpstr>
      <vt:lpstr>Убеждайте с помощью мультимедиа</vt:lpstr>
      <vt:lpstr>Профессиональный вид одним щелчком</vt:lpstr>
      <vt:lpstr>Работайте быстрее с интеллектуальными функциями</vt:lpstr>
      <vt:lpstr>Читайте и работайте где угодно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Глеб Назаров</cp:lastModifiedBy>
  <cp:revision>2</cp:revision>
  <dcterms:created xsi:type="dcterms:W3CDTF">2023-12-20T08:12:12Z</dcterms:created>
  <dcterms:modified xsi:type="dcterms:W3CDTF">2025-09-20T09:55:41Z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