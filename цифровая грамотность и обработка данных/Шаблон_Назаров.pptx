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1F8AA7-904C-4E05-B78C-4332D2ED45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0F32DEB-DC5C-46F6-9644-7113E32FFA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A5AC3E-59DE-4DD0-B109-E89A236D3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AC7EE-1D54-41A5-88D6-565B7650FB9C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A0C3FA-3D84-4EFD-B243-20C088C1C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B64374F-9768-4AAB-995A-61055F7B0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A2451-64E0-4DEC-83DC-4828EFBB47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9399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AE331D-DBC5-4E95-94AD-A3C267AA0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333CAE-5BF0-4654-BEF9-620351432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C414AD-E8DC-4F95-B8D8-D484F5B1B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AC7EE-1D54-41A5-88D6-565B7650FB9C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E2F48-3B0F-4186-BC93-3779D45DB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22E837-17BB-43E5-816A-B6D8F40CA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A2451-64E0-4DEC-83DC-4828EFBB47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4568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C95579-535B-4BD9-800C-B2C79BF95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E86D1B-B97D-4810-8575-22AE6DF42C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CE17B6-559E-4DED-985F-8AEC795CE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AC7EE-1D54-41A5-88D6-565B7650FB9C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955023-24EA-45A8-B8FD-38C8E18A1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844589F-7587-4891-B659-897E4EE5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A2451-64E0-4DEC-83DC-4828EFBB47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7666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A24D85-324A-4C23-A1C1-14845B1CF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6390B3-FF3E-47B6-B700-C46A1761CA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46CDC15-8E64-4D37-AD6B-4B2CF58F6B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697E727-7DFF-469B-B206-8DC8EA84B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AC7EE-1D54-41A5-88D6-565B7650FB9C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F617779-B4B7-4318-9D41-BB46C2A7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11C91C0-00BE-4BC8-A8CA-8BA628DBF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A2451-64E0-4DEC-83DC-4828EFBB47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3524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53796F-9512-4F85-BD84-7D76007D4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9DB26B3-2D6A-40B9-8ABC-26B9C211F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A256FE1-5AEB-4673-89FC-1864BA26B6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29AF3CE-A3B9-4385-BB8A-F97AD5D02F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572654D-14D4-40E1-90C5-A2986A614A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E2040EF-E801-40B9-A134-9B6B71750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AC7EE-1D54-41A5-88D6-565B7650FB9C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C6E4428-B7B6-4060-B694-C9458E25C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380AD04-8B73-47C8-B50B-D9FE4486C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A2451-64E0-4DEC-83DC-4828EFBB47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5217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5A2F2E-485E-415B-8480-8FC863B5D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E8E7114-6743-4661-A796-4C48A2602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AC7EE-1D54-41A5-88D6-565B7650FB9C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E6D5F01-A3DE-4D3F-ADAB-B8E939FE6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E2CE5ED-42C1-4328-BB2A-CE789D4BC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A2451-64E0-4DEC-83DC-4828EFBB47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1913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B8CA2F1-5D7A-4ED7-AF13-D9CF5EDB1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AC7EE-1D54-41A5-88D6-565B7650FB9C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07A63DE-BEB4-434F-9A84-3C4CA8746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1F66D42-6E59-48F2-BFDA-96C19276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A2451-64E0-4DEC-83DC-4828EFBB47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1525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CD03AE-EE90-4542-93FB-D75045757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F92428-D807-4DD0-870F-5A04AF067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643BED9-4CD5-4F95-B0E8-2FD7F10E62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B3A0DFE-4BBB-4DA2-BAA9-A06D2E2EF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AC7EE-1D54-41A5-88D6-565B7650FB9C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454F42B-A362-4A2A-BE4C-F42ABA34E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7811FC2-AE11-4AA7-B948-930FCE424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A2451-64E0-4DEC-83DC-4828EFBB47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502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20C6BF-CCF0-44AE-8233-FACD9A345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26DA880-2DE3-421A-977A-49A64AF411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20B9C-BD10-4510-8EC8-754F87C344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C4DF28B-18D1-4704-886A-D06EB786A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AC7EE-1D54-41A5-88D6-565B7650FB9C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1020C37-82B1-4D83-B2DD-95BC740DF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B27E233-61F4-4EE6-B84D-CAE241956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A2451-64E0-4DEC-83DC-4828EFBB47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7911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77E7BA-B682-4EF6-8B48-AE2207FF0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553C39B-7779-4B08-84E2-7B7D374CB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12B1B0-9693-4177-AC3C-683535C11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AC7EE-1D54-41A5-88D6-565B7650FB9C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3C18247-2D7B-4A5D-B57D-6B30F23B8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800314-2AA9-4C26-BD14-795701B67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A2451-64E0-4DEC-83DC-4828EFBB47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5643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452E482-49D9-4045-8CDD-6E5961D088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B6FAAE1-BD8A-4513-80D3-7680752FF3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BCA1F49-13A6-4C06-82E8-23FB74E94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AC7EE-1D54-41A5-88D6-565B7650FB9C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6C86F84-2835-4992-B7F9-927D76ABA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FEC718-0972-467C-8008-5BB907B3C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A2451-64E0-4DEC-83DC-4828EFBB47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1306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371DEE-CAD5-408C-8E46-38D0BDBD4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983CED5-6A85-4CFD-A415-29986D8045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2C138E-0556-4049-855D-C862A5D3D4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AC7EE-1D54-41A5-88D6-565B7650FB9C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53DAF0-CE22-48D0-996C-F2CFB9DA5A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2DAF9A-71B1-4DBF-B4E7-843A7004D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2A2451-64E0-4DEC-83DC-4828EFBB47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6126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0813EE-756C-49FA-A107-3EA69E973B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7A5BD76-ED63-41B3-AA49-4EA29C9A17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97440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play steen</dc:creator>
  <cp:lastModifiedBy>play steen</cp:lastModifiedBy>
  <cp:revision>1</cp:revision>
  <dcterms:created xsi:type="dcterms:W3CDTF">2026-02-13T06:34:02Z</dcterms:created>
  <dcterms:modified xsi:type="dcterms:W3CDTF">2026-02-13T06:34:17Z</dcterms:modified>
</cp:coreProperties>
</file>