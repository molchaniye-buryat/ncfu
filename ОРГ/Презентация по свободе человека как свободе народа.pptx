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315" r:id="rId5"/>
    <p:sldId id="266" r:id="rId6"/>
    <p:sldId id="271" r:id="rId7"/>
    <p:sldId id="314" r:id="rId8"/>
    <p:sldId id="309" r:id="rId9"/>
    <p:sldId id="317" r:id="rId10"/>
    <p:sldId id="318" r:id="rId11"/>
    <p:sldId id="256" r:id="rId12"/>
    <p:sldId id="312" r:id="rId13"/>
    <p:sldId id="310" r:id="rId1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5388" autoAdjust="0"/>
  </p:normalViewPr>
  <p:slideViewPr>
    <p:cSldViewPr snapToGrid="0">
      <p:cViewPr varScale="1">
        <p:scale>
          <a:sx n="55" d="100"/>
          <a:sy n="55" d="100"/>
        </p:scale>
        <p:origin x="84" y="12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80" d="100"/>
          <a:sy n="80" d="100"/>
        </p:scale>
        <p:origin x="3984" y="1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653BC8AD-EFAB-465A-8E27-63ECCB847040}" type="datetime1">
              <a:rPr lang="ru-RU" smtClean="0"/>
              <a:t>16.11.2025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7AF8A362-CAFC-4987-9A50-4757052839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40AED956-4DCE-4281-BCB1-92B9F6493287}" type="datetime1">
              <a:rPr lang="ru-RU" smtClean="0"/>
              <a:pPr/>
              <a:t>16.11.2025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54EEB602-95FC-483A-B12D-216A7AD7EA2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4EEB602-95FC-483A-B12D-216A7AD7EA24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60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07F282E-55F5-4803-B60F-09BA4600E538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7451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07F282E-55F5-4803-B60F-09BA4600E538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0283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4EEB602-95FC-483A-B12D-216A7AD7EA24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3899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4EEB602-95FC-483A-B12D-216A7AD7EA24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1268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25B7A-B1F4-DE19-5055-3A030A4DC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9578BED-F1E8-4CE7-9568-DCF3EE2D4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87B7996-3AA0-705A-C17B-74AB45456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EDFA6E-FFBC-D48C-CD0D-B852E4B162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4EEB602-95FC-483A-B12D-216A7AD7EA24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5433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2AA00-3972-BFA6-4340-F26D81979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1C04FFC-F03B-53EE-830C-032DD5B06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A2A08B4-9A67-E8EE-8450-FB6620FB9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2CE611-458D-6A75-BCD9-8FE49E16E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F07F282E-55F5-4803-B60F-09BA4600E538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3512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4EEB602-95FC-483A-B12D-216A7AD7EA24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174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4EEB602-95FC-483A-B12D-216A7AD7EA24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25550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4EEB602-95FC-483A-B12D-216A7AD7EA24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1603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Прямоугольник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Заголовок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rtlCol="0" anchor="ctr" anchorCtr="0">
            <a:noAutofit/>
          </a:bodyPr>
          <a:lstStyle>
            <a:lvl1pPr algn="l">
              <a:lnSpc>
                <a:spcPct val="100000"/>
              </a:lnSpc>
              <a:defRPr lang="ru-RU" sz="480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 sz="4400">
                <a:solidFill>
                  <a:schemeClr val="bg1"/>
                </a:solidFill>
              </a:rPr>
              <a:t>ЩЕЛКНИТЕ, ЧТОБЫ ДОБАВИТЬ ЗАГОЛОВОК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Прямоугольник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134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178" y="1361923"/>
            <a:ext cx="6623040" cy="1421898"/>
          </a:xfrm>
        </p:spPr>
        <p:txBody>
          <a:bodyPr rtlCol="0" anchor="b" anchorCtr="0">
            <a:noAutofit/>
          </a:bodyPr>
          <a:lstStyle>
            <a:lvl1pPr>
              <a:lnSpc>
                <a:spcPct val="100000"/>
              </a:lnSpc>
              <a:defRPr lang="ru-RU"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0EA5BF-04A6-2B17-0703-8419C4DB97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87399" y="2916772"/>
            <a:ext cx="6622819" cy="2852639"/>
          </a:xfrm>
        </p:spPr>
        <p:txBody>
          <a:bodyPr rtlCol="0" anchor="t"/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20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25000"/>
              </a:lnSpc>
              <a:spcAft>
                <a:spcPts val="600"/>
              </a:spcAft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25000"/>
              </a:lnSpc>
              <a:spcAft>
                <a:spcPts val="600"/>
              </a:spcAft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25000"/>
              </a:lnSpc>
              <a:spcAft>
                <a:spcPts val="600"/>
              </a:spcAft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25000"/>
              </a:lnSpc>
              <a:spcAft>
                <a:spcPts val="600"/>
              </a:spcAft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Нижний колонтитул 7">
            <a:extLst>
              <a:ext uri="{FF2B5EF4-FFF2-40B4-BE49-F238E27FC236}">
                <a16:creationId xmlns:a16="http://schemas.microsoft.com/office/drawing/2014/main" id="{182CF530-D736-4104-8678-850EEDF9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Заголовок презентации</a:t>
            </a:r>
          </a:p>
        </p:txBody>
      </p:sp>
      <p:sp>
        <p:nvSpPr>
          <p:cNvPr id="19" name="Дата 5">
            <a:extLst>
              <a:ext uri="{FF2B5EF4-FFF2-40B4-BE49-F238E27FC236}">
                <a16:creationId xmlns:a16="http://schemas.microsoft.com/office/drawing/2014/main" id="{8DEDB7CE-711E-4E43-9450-4C7BECE2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08.09.20ГГ</a:t>
            </a:r>
          </a:p>
        </p:txBody>
      </p:sp>
      <p:sp>
        <p:nvSpPr>
          <p:cNvPr id="20" name="Номер слайда 9">
            <a:extLst>
              <a:ext uri="{FF2B5EF4-FFF2-40B4-BE49-F238E27FC236}">
                <a16:creationId xmlns:a16="http://schemas.microsoft.com/office/drawing/2014/main" id="{F5D9588C-9E6B-42F6-8B42-D183886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EF9944-A4F6-4C59-AEBD-678D6480B8E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D79D74E-6357-D3E7-30C0-09B4B82BA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3482" y="1095507"/>
            <a:ext cx="3997653" cy="50168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348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Прямоугольник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825689"/>
            <a:ext cx="7685728" cy="37415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Заголовок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30" y="825687"/>
            <a:ext cx="5957384" cy="3741551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400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 sz="4400">
                <a:solidFill>
                  <a:schemeClr val="bg1"/>
                </a:solidFill>
              </a:rPr>
              <a:t>ЩЕЛКНИТЕ, ЧТОБЫ ДОБАВИТЬ ЗАГОЛОВОК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3601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Рисунок 64">
            <a:extLst>
              <a:ext uri="{FF2B5EF4-FFF2-40B4-BE49-F238E27FC236}">
                <a16:creationId xmlns:a16="http://schemas.microsoft.com/office/drawing/2014/main" id="{D60E3C33-714C-4528-93A6-4470C3E89AE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10836" y="-2"/>
            <a:ext cx="4481164" cy="6858002"/>
          </a:xfrm>
          <a:custGeom>
            <a:avLst/>
            <a:gdLst>
              <a:gd name="connsiteX0" fmla="*/ 0 w 5332064"/>
              <a:gd name="connsiteY0" fmla="*/ 0 h 6858002"/>
              <a:gd name="connsiteX1" fmla="*/ 5332064 w 5332064"/>
              <a:gd name="connsiteY1" fmla="*/ 0 h 6858002"/>
              <a:gd name="connsiteX2" fmla="*/ 5332064 w 5332064"/>
              <a:gd name="connsiteY2" fmla="*/ 6858002 h 6858002"/>
              <a:gd name="connsiteX3" fmla="*/ 0 w 5332064"/>
              <a:gd name="connsiteY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064" h="6858002">
                <a:moveTo>
                  <a:pt x="0" y="0"/>
                </a:moveTo>
                <a:lnTo>
                  <a:pt x="5332064" y="0"/>
                </a:lnTo>
                <a:lnTo>
                  <a:pt x="5332064" y="6858002"/>
                </a:lnTo>
                <a:lnTo>
                  <a:pt x="0" y="6858002"/>
                </a:lnTo>
                <a:close/>
              </a:path>
            </a:pathLst>
          </a:custGeom>
        </p:spPr>
        <p:txBody>
          <a:bodyPr wrap="square" rtlCol="0" anchor="t">
            <a:noAutofit/>
          </a:bodyPr>
          <a:lstStyle>
            <a:lvl1pPr marL="0" indent="0" algn="ctr">
              <a:buNone/>
              <a:defRPr lang="ru-RU"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2498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026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подзаголовок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7E77A60-3019-43AE-AA38-E130C04CF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FDBF0FB-88D2-4271-BFAF-D129CF8C2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0325" y="-4078"/>
            <a:ext cx="5787773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62B807B-6DFA-471C-B675-016416207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1031500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555D4C0-9882-489D-AD77-A9F38B378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1095508"/>
            <a:ext cx="5742273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8EC5ED-FCAE-682A-C050-58786819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16" y="1316736"/>
            <a:ext cx="5120640" cy="3392424"/>
          </a:xfrm>
        </p:spPr>
        <p:txBody>
          <a:bodyPr rtlCol="0" anchor="b"/>
          <a:lstStyle>
            <a:lvl1pPr>
              <a:lnSpc>
                <a:spcPct val="100000"/>
              </a:lnSpc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0" name="Подзаголовок 2">
            <a:extLst>
              <a:ext uri="{FF2B5EF4-FFF2-40B4-BE49-F238E27FC236}">
                <a16:creationId xmlns:a16="http://schemas.microsoft.com/office/drawing/2014/main" id="{15C8BDC7-F09C-40A3-B14E-9A49781EE6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9828" y="4816366"/>
            <a:ext cx="5125300" cy="1068929"/>
          </a:xfrm>
        </p:spPr>
        <p:txBody>
          <a:bodyPr rtlCol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lang="ru-RU" sz="20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 sz="2000">
                <a:solidFill>
                  <a:schemeClr val="tx2"/>
                </a:solidFill>
              </a:rPr>
              <a:t>Подзаголовок слайда</a:t>
            </a:r>
          </a:p>
        </p:txBody>
      </p:sp>
      <p:sp>
        <p:nvSpPr>
          <p:cNvPr id="40" name="Рисунок 38">
            <a:extLst>
              <a:ext uri="{FF2B5EF4-FFF2-40B4-BE49-F238E27FC236}">
                <a16:creationId xmlns:a16="http://schemas.microsoft.com/office/drawing/2014/main" id="{AB2070F4-085F-4F8D-A1E8-A58E5F8F068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099" y="1095509"/>
            <a:ext cx="6391656" cy="501689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Щелкните значок, чтобы добавить фото</a:t>
            </a:r>
            <a:endParaRPr lang="ru-RU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47A5DB4-1ED7-4630-89AF-F1802E44E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44405"/>
            <a:ext cx="644667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E5D4012-4107-490F-A369-EA7063242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6167615"/>
            <a:ext cx="5742273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95C79E2-9EA5-4713-B4AF-0E4572CFF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12249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74C09E2-06F0-4230-8DAD-A0DBF01F8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949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490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одержимое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C341663-7159-49AD-AAF3-4B3C490D8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0F2EB12-394C-40E4-9186-CBD6635B5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7552" y="0"/>
            <a:ext cx="751444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Заголовок 1">
            <a:extLst>
              <a:ext uri="{FF2B5EF4-FFF2-40B4-BE49-F238E27FC236}">
                <a16:creationId xmlns:a16="http://schemas.microsoft.com/office/drawing/2014/main" id="{53F9468C-8821-4670-9C7C-78E7D7586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1023" y="167463"/>
            <a:ext cx="6408058" cy="1580890"/>
          </a:xfrm>
        </p:spPr>
        <p:txBody>
          <a:bodyPr rtlCol="0" anchor="b" anchorCtr="0">
            <a:noAutofit/>
          </a:bodyPr>
          <a:lstStyle>
            <a:lvl1pPr>
              <a:lnSpc>
                <a:spcPct val="100000"/>
              </a:lnSpc>
              <a:defRPr lang="ru-RU"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FD78806-0532-B92A-4326-73941B4232E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0" y="0"/>
            <a:ext cx="4613275" cy="6858000"/>
          </a:xfrm>
        </p:spPr>
        <p:txBody>
          <a:bodyPr rtlCol="0"/>
          <a:lstStyle>
            <a:lvl1pPr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83D2425-8E71-4C9D-8737-018CE4452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21655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DEB24183-BE19-B810-4EF4-D9959CAD150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40405" y="1959427"/>
            <a:ext cx="6408665" cy="4161653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CD15B6AB-EFBA-3087-EC3D-8DA945B7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405" y="6309360"/>
            <a:ext cx="3982428" cy="457200"/>
          </a:xfrm>
        </p:spPr>
        <p:txBody>
          <a:bodyPr rtlCol="0"/>
          <a:lstStyle>
            <a:lvl1pPr algn="ctr">
              <a:defRPr lang="ru-RU"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l"/>
            <a:r>
              <a:rPr lang="ru-RU"/>
              <a:t>Название презентации</a:t>
            </a:r>
          </a:p>
        </p:txBody>
      </p:sp>
      <p:sp>
        <p:nvSpPr>
          <p:cNvPr id="10" name="Дата 3">
            <a:extLst>
              <a:ext uri="{FF2B5EF4-FFF2-40B4-BE49-F238E27FC236}">
                <a16:creationId xmlns:a16="http://schemas.microsoft.com/office/drawing/2014/main" id="{6A3371A6-1409-7906-744F-59D906DF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8415" y="6309360"/>
            <a:ext cx="1215204" cy="457200"/>
          </a:xfrm>
        </p:spPr>
        <p:txBody>
          <a:bodyPr rtlCol="0"/>
          <a:lstStyle>
            <a:lvl1pPr algn="ctr">
              <a:defRPr lang="ru-RU"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>
                <a:solidFill>
                  <a:schemeClr val="tx2"/>
                </a:solidFill>
              </a:rPr>
              <a:t>08.09.20ГГ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546652F-6212-09E9-1A75-28F7C8EE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EF9944-A4F6-4C59-AEBD-678D6480B8E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5003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Прямоугольник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Заголовок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8" y="1034477"/>
            <a:ext cx="9380431" cy="2614551"/>
          </a:xfrm>
        </p:spPr>
        <p:txBody>
          <a:bodyPr rtlCol="0" anchor="b" anchorCtr="0">
            <a:noAutofit/>
          </a:bodyPr>
          <a:lstStyle>
            <a:lvl1pPr algn="l">
              <a:lnSpc>
                <a:spcPct val="100000"/>
              </a:lnSpc>
              <a:defRPr lang="ru-RU" sz="480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 sz="4400">
                <a:solidFill>
                  <a:schemeClr val="bg1"/>
                </a:solidFill>
              </a:rPr>
              <a:t>ЩЕЛКНИТЕ, ЧТОБЫ ДОБАВИТЬ ЗАГОЛОВОК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F94ADB5-E70F-B672-CBEB-D8194AEA79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86177" y="3649028"/>
            <a:ext cx="9380431" cy="2164715"/>
          </a:xfrm>
        </p:spPr>
        <p:txBody>
          <a:bodyPr rtlCol="0" anchor="t"/>
          <a:lstStyle>
            <a:lvl1pPr marL="0" indent="0">
              <a:lnSpc>
                <a:spcPct val="125000"/>
              </a:lnSpc>
              <a:buNone/>
              <a:defRPr lang="ru-RU" sz="2400" b="0" kern="1200" spc="150" baseline="0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defRPr lang="ru-RU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ru-RU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ru-RU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ru-RU" sz="2400" b="0" kern="1200" spc="15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ru-RU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4258252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2 объект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Прямоугольник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>
                <a:solidFill>
                  <a:schemeClr val="bg1"/>
                </a:solidFill>
              </a:rPr>
              <a:t>Заголовок слайда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5778233C-CCEC-FC64-A709-616569B37D2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502269"/>
            <a:ext cx="4753581" cy="3718557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3464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66928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50392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133856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67FEFA15-354D-6389-9102-922A664A73A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966630" y="502269"/>
            <a:ext cx="4753581" cy="3718557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3464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66928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50392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133856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Название презентации</a:t>
            </a:r>
          </a:p>
        </p:txBody>
      </p:sp>
      <p:sp>
        <p:nvSpPr>
          <p:cNvPr id="9" name="Дата 3">
            <a:extLst>
              <a:ext uri="{FF2B5EF4-FFF2-40B4-BE49-F238E27FC236}">
                <a16:creationId xmlns:a16="http://schemas.microsoft.com/office/drawing/2014/main" id="{57804587-2E59-4D83-B86E-83ADAE4F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 rtlCol="0"/>
          <a:lstStyle>
            <a:lvl1pPr algn="l"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08.09.20ГГ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EF9944-A4F6-4C59-AEBD-678D6480B8E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4944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Прямоугольник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>
                <a:solidFill>
                  <a:schemeClr val="bg1"/>
                </a:solidFill>
              </a:rPr>
              <a:t>Заголовок слайда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252AD8E1-37CB-EB1E-9394-A293E1F2107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2590800"/>
            <a:ext cx="6441412" cy="3718557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3464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66928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50392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133856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5B37B294-6F01-986D-E8E5-119AE9A8F2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7362" y="2590800"/>
            <a:ext cx="3522849" cy="3718557"/>
          </a:xfrm>
        </p:spPr>
        <p:txBody>
          <a:bodyPr rtlCol="0" anchor="t">
            <a:normAutofit/>
          </a:bodyPr>
          <a:lstStyle>
            <a:lvl1pPr marL="285750" indent="-285750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Нижний колонтитул 4">
            <a:extLst>
              <a:ext uri="{FF2B5EF4-FFF2-40B4-BE49-F238E27FC236}">
                <a16:creationId xmlns:a16="http://schemas.microsoft.com/office/drawing/2014/main" id="{B47BB165-F380-48C4-B95B-C09C918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1" y="6309360"/>
            <a:ext cx="5049579" cy="457200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Название презентации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F0805E9B-6657-4167-BD79-CAC59C0D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EF9944-A4F6-4C59-AEBD-678D6480B8E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D0EFA1AD-93FB-148E-CFC6-A6E5D996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 rtlCol="0"/>
          <a:lstStyle>
            <a:lvl1pPr algn="l"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08.09.20ГГ</a:t>
            </a:r>
          </a:p>
        </p:txBody>
      </p:sp>
    </p:spTree>
    <p:extLst>
      <p:ext uri="{BB962C8B-B14F-4D97-AF65-F5344CB8AC3E}">
        <p14:creationId xmlns:p14="http://schemas.microsoft.com/office/powerpoint/2010/main" val="3189778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Прямоугольник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016188" cy="1056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8518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6511" y="1393926"/>
            <a:ext cx="7042570" cy="1626225"/>
          </a:xfrm>
        </p:spPr>
        <p:txBody>
          <a:bodyPr rtlCol="0" anchor="b" anchorCtr="0">
            <a:noAutofit/>
          </a:bodyPr>
          <a:lstStyle>
            <a:lvl1pPr>
              <a:lnSpc>
                <a:spcPct val="100000"/>
              </a:lnSpc>
              <a:defRPr lang="ru-RU"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FEF27B53-079D-232F-8AA5-ED461B34E8D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06741" y="3153103"/>
            <a:ext cx="7042335" cy="2648312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41913" y="6144405"/>
            <a:ext cx="8150087" cy="7135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6412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Нижний колонтитул 4">
            <a:extLst>
              <a:ext uri="{FF2B5EF4-FFF2-40B4-BE49-F238E27FC236}">
                <a16:creationId xmlns:a16="http://schemas.microsoft.com/office/drawing/2014/main" id="{4F4FDF97-2780-775F-9416-96F7A906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2202" y="6309360"/>
            <a:ext cx="4280135" cy="457200"/>
          </a:xfrm>
        </p:spPr>
        <p:txBody>
          <a:bodyPr rtlCol="0"/>
          <a:lstStyle>
            <a:lvl1pPr algn="ctr">
              <a:defRPr lang="ru-RU"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Название презентации</a:t>
            </a:r>
          </a:p>
        </p:txBody>
      </p:sp>
      <p:sp>
        <p:nvSpPr>
          <p:cNvPr id="24" name="Дата 3">
            <a:extLst>
              <a:ext uri="{FF2B5EF4-FFF2-40B4-BE49-F238E27FC236}">
                <a16:creationId xmlns:a16="http://schemas.microsoft.com/office/drawing/2014/main" id="{A03787D1-4AB7-2166-D4DB-A3878CBB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06511" y="6309360"/>
            <a:ext cx="1513289" cy="457200"/>
          </a:xfrm>
        </p:spPr>
        <p:txBody>
          <a:bodyPr rtlCol="0"/>
          <a:lstStyle>
            <a:lvl1pPr>
              <a:defRPr lang="ru-RU"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>
                <a:solidFill>
                  <a:schemeClr val="tx2"/>
                </a:solidFill>
              </a:rPr>
              <a:t>08.09.20ГГ</a:t>
            </a:r>
            <a:endParaRPr lang="ru-RU" dirty="0"/>
          </a:p>
        </p:txBody>
      </p:sp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4F8C5CD2-BF99-0846-2E4A-179E6C45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EF9944-A4F6-4C59-AEBD-678D6480B8E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5201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Заголовок и 2 объект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Прямоугольник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>
                <a:solidFill>
                  <a:schemeClr val="bg1"/>
                </a:solidFill>
              </a:rPr>
              <a:t>Заголовок слайда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9F875EEC-3E6C-5B97-FFE8-0D1ECAAAE98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35372" y="462243"/>
            <a:ext cx="3098425" cy="3866324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1178" indent="0">
              <a:lnSpc>
                <a:spcPct val="125000"/>
              </a:lnSpc>
              <a:spcAft>
                <a:spcPts val="600"/>
              </a:spcAft>
              <a:buNone/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66928" indent="0">
              <a:lnSpc>
                <a:spcPct val="125000"/>
              </a:lnSpc>
              <a:spcAft>
                <a:spcPts val="600"/>
              </a:spcAft>
              <a:buNone/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50392" indent="0">
              <a:lnSpc>
                <a:spcPct val="125000"/>
              </a:lnSpc>
              <a:spcAft>
                <a:spcPts val="600"/>
              </a:spcAft>
              <a:buNone/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133856" indent="0">
              <a:lnSpc>
                <a:spcPct val="125000"/>
              </a:lnSpc>
              <a:spcAft>
                <a:spcPts val="600"/>
              </a:spcAft>
              <a:buNone/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3" name="Заполнитель таблицы 7">
            <a:extLst>
              <a:ext uri="{FF2B5EF4-FFF2-40B4-BE49-F238E27FC236}">
                <a16:creationId xmlns:a16="http://schemas.microsoft.com/office/drawing/2014/main" id="{0C5070DA-50C2-065D-00B0-3B12070D77E7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5075238" y="461735"/>
            <a:ext cx="6473842" cy="3867150"/>
          </a:xfrm>
        </p:spPr>
        <p:txBody>
          <a:bodyPr rtlCol="0" anchor="t"/>
          <a:lstStyle>
            <a:lvl1pPr marL="0" indent="0" algn="ctr">
              <a:buNone/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Щелкните значок, чтобы добавить таблицу</a:t>
            </a:r>
            <a:endParaRPr lang="ru-RU" dirty="0"/>
          </a:p>
        </p:txBody>
      </p:sp>
      <p:sp>
        <p:nvSpPr>
          <p:cNvPr id="15" name="Дата 3">
            <a:extLst>
              <a:ext uri="{FF2B5EF4-FFF2-40B4-BE49-F238E27FC236}">
                <a16:creationId xmlns:a16="http://schemas.microsoft.com/office/drawing/2014/main" id="{2F8DD265-980F-4708-EDDF-3130F434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 rtlCol="0"/>
          <a:lstStyle>
            <a:lvl1pPr algn="l"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08.09.20ГГ</a:t>
            </a:r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Название презентации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EF9944-A4F6-4C59-AEBD-678D6480B8E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093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 содержимого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Прямоугольник 1">
            <a:extLst>
              <a:ext uri="{FF2B5EF4-FFF2-40B4-BE49-F238E27FC236}">
                <a16:creationId xmlns:a16="http://schemas.microsoft.com/office/drawing/2014/main" id="{2A19A957-1FB5-43F8-B325-BBD9FEF23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FA5410A-92A6-4C0B-9D89-186B7DD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3516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1A26073-23A2-4B91-A128-79AA1BE93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51619"/>
            <a:ext cx="12192000" cy="474948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14D5DFA-0CEA-43F0-98EE-6C9F741F7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07836"/>
            <a:ext cx="4651248" cy="750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5E19795B-1103-80EF-6098-1E8371D07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935" y="91439"/>
            <a:ext cx="10900146" cy="1168739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>
                <a:solidFill>
                  <a:schemeClr val="bg1"/>
                </a:solidFill>
              </a:rPr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D4F766-C576-F298-E93A-CD0D832F8E4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8935" y="1646102"/>
            <a:ext cx="3819652" cy="4160520"/>
          </a:xfrm>
        </p:spPr>
        <p:txBody>
          <a:bodyPr rtlCol="0" anchor="t">
            <a:normAutofit/>
          </a:bodyPr>
          <a:lstStyle>
            <a:lvl1pPr>
              <a:lnSpc>
                <a:spcPct val="125000"/>
              </a:lnSpc>
              <a:spcAft>
                <a:spcPts val="600"/>
              </a:spcAft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352712D-F957-4B22-8B50-BE10410FF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01107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Нижний колонтитул 29">
            <a:extLst>
              <a:ext uri="{FF2B5EF4-FFF2-40B4-BE49-F238E27FC236}">
                <a16:creationId xmlns:a16="http://schemas.microsoft.com/office/drawing/2014/main" id="{26FD74F8-42BB-4CB4-ABF1-5F149743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917" y="6309360"/>
            <a:ext cx="3423986" cy="457200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Заголовок презентации</a:t>
            </a:r>
            <a:endParaRPr lang="ru-RU" dirty="0"/>
          </a:p>
        </p:txBody>
      </p:sp>
      <p:sp>
        <p:nvSpPr>
          <p:cNvPr id="10" name="Дата 28">
            <a:extLst>
              <a:ext uri="{FF2B5EF4-FFF2-40B4-BE49-F238E27FC236}">
                <a16:creationId xmlns:a16="http://schemas.microsoft.com/office/drawing/2014/main" id="{5B031752-6400-4BFB-979F-E2EE795E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620" y="6309360"/>
            <a:ext cx="3411973" cy="457200"/>
          </a:xfrm>
        </p:spPr>
        <p:txBody>
          <a:bodyPr rtlCol="0"/>
          <a:lstStyle>
            <a:lvl1pPr>
              <a:defRPr lang="ru-RU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08.09.20ГГ</a:t>
            </a:r>
          </a:p>
        </p:txBody>
      </p:sp>
      <p:sp>
        <p:nvSpPr>
          <p:cNvPr id="12" name="Номер слайда 30">
            <a:extLst>
              <a:ext uri="{FF2B5EF4-FFF2-40B4-BE49-F238E27FC236}">
                <a16:creationId xmlns:a16="http://schemas.microsoft.com/office/drawing/2014/main" id="{6A5CAEAF-7DEC-4B20-8B1E-301A9D0E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EF9944-A4F6-4C59-AEBD-678D6480B8E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0B696A3-EA34-4924-9037-E330B1CB8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3798" y="6117631"/>
            <a:ext cx="64008" cy="7403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E94D0A7-4358-49BF-96EE-8DEB6F4DCF5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79661" y="1646102"/>
            <a:ext cx="6863403" cy="4160520"/>
          </a:xfrm>
        </p:spPr>
        <p:txBody>
          <a:bodyPr rtlCol="0"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83464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66928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50392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133856">
              <a:lnSpc>
                <a:spcPct val="125000"/>
              </a:lnSpc>
              <a:spcAft>
                <a:spcPts val="600"/>
              </a:spcAft>
              <a:defRPr lang="ru-RU" sz="1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877516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Прямоугольник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3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>
                <a:solidFill>
                  <a:schemeClr val="bg1"/>
                </a:solidFill>
              </a:rPr>
              <a:t>Заголовок слайда</a:t>
            </a:r>
          </a:p>
        </p:txBody>
      </p:sp>
      <p:sp>
        <p:nvSpPr>
          <p:cNvPr id="4" name="Заполнитель таблицы 3">
            <a:extLst>
              <a:ext uri="{FF2B5EF4-FFF2-40B4-BE49-F238E27FC236}">
                <a16:creationId xmlns:a16="http://schemas.microsoft.com/office/drawing/2014/main" id="{74D0E84D-2B51-9F8D-82CE-C086143DC605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1630363" y="2757951"/>
            <a:ext cx="9918700" cy="3387579"/>
          </a:xfrm>
        </p:spPr>
        <p:txBody>
          <a:bodyPr rtlCol="0" anchor="t"/>
          <a:lstStyle>
            <a:lvl1pPr marL="0" indent="0" algn="ctr">
              <a:buNone/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Щелкните значок, чтобы добавить таблицу</a:t>
            </a:r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0DB9557B-D9D3-4FA9-2D64-D2F91957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Название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3BC3F5B3-7690-C0DA-4084-5EFE50E8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EF9944-A4F6-4C59-AEBD-678D6480B8E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Дата 3">
            <a:extLst>
              <a:ext uri="{FF2B5EF4-FFF2-40B4-BE49-F238E27FC236}">
                <a16:creationId xmlns:a16="http://schemas.microsoft.com/office/drawing/2014/main" id="{99E56FFE-09D7-3078-C9E8-DFE8CF68AA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 rtlCol="0"/>
          <a:lstStyle>
            <a:lvl1pPr algn="l">
              <a:defRPr lang="ru-RU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08.09.20ГГ</a:t>
            </a:r>
          </a:p>
        </p:txBody>
      </p:sp>
    </p:spTree>
    <p:extLst>
      <p:ext uri="{BB962C8B-B14F-4D97-AF65-F5344CB8AC3E}">
        <p14:creationId xmlns:p14="http://schemas.microsoft.com/office/powerpoint/2010/main" val="3684561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Прямоугольник 5">
            <a:extLst>
              <a:ext uri="{FF2B5EF4-FFF2-40B4-BE49-F238E27FC236}">
                <a16:creationId xmlns:a16="http://schemas.microsoft.com/office/drawing/2014/main" id="{23DC2F0A-1748-49AE-AF72-D6BBB4F8F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83DF7B1-E0C5-4E09-BB5C-F11EA14D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66789"/>
            <a:ext cx="6833381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BC678EC-E47C-4AC2-A75A-7022CECD00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4622" y="848455"/>
            <a:ext cx="5102365" cy="2601914"/>
          </a:xfrm>
        </p:spPr>
        <p:txBody>
          <a:bodyPr tIns="182880" rtlCol="0" anchor="ctr" anchorCtr="0">
            <a:noAutofit/>
          </a:bodyPr>
          <a:lstStyle>
            <a:lvl1pPr>
              <a:lnSpc>
                <a:spcPct val="100000"/>
              </a:lnSpc>
              <a:defRPr lang="ru-RU" sz="3200" cap="all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>
                <a:solidFill>
                  <a:schemeClr val="bg1"/>
                </a:solidFill>
              </a:rPr>
              <a:t>ЩЕЛКНИТЕ, ЧТОБЫ ДОБАВИТЬ ЗАГОЛОВОК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E74E69A-5ABD-42DF-A2B0-997A62625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063" y="920164"/>
            <a:ext cx="1070775" cy="24661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C2B6D0A-4A1F-4B59-B429-AD3FABC74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2B66529-F6B7-4C1C-8291-8139628D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48456"/>
            <a:ext cx="6833382" cy="717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72245B9-34B5-4F89-8EA6-C018B9D4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8023" y="3442673"/>
            <a:ext cx="5333977" cy="34153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90814BE-76E8-43EC-9616-A1F02F053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96996"/>
            <a:ext cx="1219200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F8AAA0A6-9D4B-4AA2-82F0-77E5ECF4B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86762" y="3928342"/>
            <a:ext cx="4162319" cy="2285000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ru-RU" sz="18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17" name="Нижний колонтитул 12">
            <a:extLst>
              <a:ext uri="{FF2B5EF4-FFF2-40B4-BE49-F238E27FC236}">
                <a16:creationId xmlns:a16="http://schemas.microsoft.com/office/drawing/2014/main" id="{8E3FFD99-95F0-47A4-8642-FB9FECEC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5917" y="6309360"/>
            <a:ext cx="4946592" cy="457200"/>
          </a:xfrm>
        </p:spPr>
        <p:txBody>
          <a:bodyPr rtlCol="0"/>
          <a:lstStyle>
            <a:lvl1pPr>
              <a:defRPr lang="ru-RU" sz="12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ru-RU"/>
              <a:t>Заголовок презентации</a:t>
            </a:r>
            <a:endParaRPr lang="ru-RU">
              <a:latin typeface="Calibri" panose="020F0502020204030204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4727536-E532-4015-A178-0ABB6B09C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Дата 11">
            <a:extLst>
              <a:ext uri="{FF2B5EF4-FFF2-40B4-BE49-F238E27FC236}">
                <a16:creationId xmlns:a16="http://schemas.microsoft.com/office/drawing/2014/main" id="{22977876-C29D-4D32-9948-303465AE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77730" y="6309360"/>
            <a:ext cx="2736329" cy="457200"/>
          </a:xfrm>
        </p:spPr>
        <p:txBody>
          <a:bodyPr rtlCol="0"/>
          <a:lstStyle>
            <a:defPPr>
              <a:defRPr lang="ru-RU"/>
            </a:defPPr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08.09.20ГГ</a:t>
            </a:r>
          </a:p>
        </p:txBody>
      </p:sp>
      <p:sp>
        <p:nvSpPr>
          <p:cNvPr id="20" name="Номер слайда 15">
            <a:extLst>
              <a:ext uri="{FF2B5EF4-FFF2-40B4-BE49-F238E27FC236}">
                <a16:creationId xmlns:a16="http://schemas.microsoft.com/office/drawing/2014/main" id="{6A7BC11E-2EF0-4989-9A7E-7AB377DB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rtlCol="0"/>
          <a:lstStyle>
            <a:lvl1pPr>
              <a:defRPr lang="ru-RU" sz="1200"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EF9944-A4F6-4C59-AEBD-678D6480B8E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0557ABF-B75C-BD78-1A04-E483A57A9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7712" y="0"/>
            <a:ext cx="5728216" cy="845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767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76671" y="6309360"/>
            <a:ext cx="454961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lang="ru-RU"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08.09.20ГГ</a:t>
            </a:r>
            <a:endParaRPr lang="ru-RU">
              <a:latin typeface="Calibri" panose="020F0502020204030204" pitchFamily="34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42918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lang="ru-RU"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Название презентации</a:t>
            </a:r>
            <a:endParaRPr lang="ru-RU">
              <a:latin typeface="Calibri" panose="020F0502020204030204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lang="ru-RU"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AEF9944-A4F6-4C59-AEBD-678D6480B8EA}" type="slidenum">
              <a:rPr lang="ru-RU" smtClean="0"/>
              <a:pPr/>
              <a:t>‹#›</a:t>
            </a:fld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293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62" r:id="rId2"/>
    <p:sldLayoutId id="2147483681" r:id="rId3"/>
    <p:sldLayoutId id="2147483664" r:id="rId4"/>
    <p:sldLayoutId id="2147483678" r:id="rId5"/>
    <p:sldLayoutId id="2147483661" r:id="rId6"/>
    <p:sldLayoutId id="2147483676" r:id="rId7"/>
    <p:sldLayoutId id="2147483677" r:id="rId8"/>
    <p:sldLayoutId id="2147483679" r:id="rId9"/>
    <p:sldLayoutId id="2147483685" r:id="rId10"/>
    <p:sldLayoutId id="2147483675" r:id="rId11"/>
    <p:sldLayoutId id="2147483666" r:id="rId12"/>
    <p:sldLayoutId id="2147483674" r:id="rId13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lang="ru-RU" sz="3200" b="1" kern="1200" spc="150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83464" indent="-285750" algn="l" defTabSz="914400" rtl="0" eaLnBrk="1" latinLnBrk="0" hangingPunct="1">
        <a:lnSpc>
          <a:spcPct val="140000"/>
        </a:lnSpc>
        <a:spcBef>
          <a:spcPts val="930"/>
        </a:spcBef>
        <a:buFont typeface="Wingdings" panose="05000000000000000000" pitchFamily="2" charset="2"/>
        <a:buChar char="§"/>
        <a:defRPr lang="ru-RU" sz="1800" b="1" kern="1200" spc="150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66928" indent="-285750" algn="l" defTabSz="914400" rtl="0" eaLnBrk="1" latinLnBrk="0" hangingPunct="1">
        <a:lnSpc>
          <a:spcPct val="140000"/>
        </a:lnSpc>
        <a:spcBef>
          <a:spcPts val="930"/>
        </a:spcBef>
        <a:buFont typeface="Wingdings" panose="05000000000000000000" pitchFamily="2" charset="2"/>
        <a:buChar char="§"/>
        <a:defRPr lang="ru-RU" sz="1600" i="0" kern="1200" spc="150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0392" indent="-283464" algn="l" defTabSz="914400" rtl="0" eaLnBrk="1" latinLnBrk="0" hangingPunct="1">
        <a:lnSpc>
          <a:spcPct val="100000"/>
        </a:lnSpc>
        <a:spcBef>
          <a:spcPts val="930"/>
        </a:spcBef>
        <a:buFont typeface="Wingdings" panose="05000000000000000000" pitchFamily="2" charset="2"/>
        <a:buChar char="§"/>
        <a:defRPr lang="ru-RU" sz="1400" i="0" kern="1200" spc="150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133856" indent="-283464" algn="l" defTabSz="914400" rtl="0" eaLnBrk="1" latinLnBrk="0" hangingPunct="1">
        <a:lnSpc>
          <a:spcPct val="140000"/>
        </a:lnSpc>
        <a:spcBef>
          <a:spcPts val="930"/>
        </a:spcBef>
        <a:buFont typeface="Wingdings" panose="05000000000000000000" pitchFamily="2" charset="2"/>
        <a:buChar char="§"/>
        <a:defRPr lang="ru-RU" sz="1400" i="0" kern="1200" spc="150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417320" indent="-283464" algn="l" defTabSz="914400" rtl="0" eaLnBrk="1" latinLnBrk="0" hangingPunct="1">
        <a:lnSpc>
          <a:spcPct val="140000"/>
        </a:lnSpc>
        <a:spcBef>
          <a:spcPts val="930"/>
        </a:spcBef>
        <a:buFont typeface="Wingdings" panose="05000000000000000000" pitchFamily="2" charset="2"/>
        <a:buChar char="§"/>
        <a:defRPr lang="ru-RU" sz="1400" i="0" kern="1200" spc="150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lang="ru-RU"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lang="ru-RU"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lang="ru-RU"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lang="ru-RU"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1239" y="852847"/>
            <a:ext cx="7132682" cy="3402281"/>
          </a:xfrm>
        </p:spPr>
        <p:txBody>
          <a:bodyPr vert="horz" lIns="109728" tIns="109728" rIns="109728" bIns="91440" rtlCol="0" anchor="ctr">
            <a:normAutofit/>
          </a:bodyPr>
          <a:lstStyle>
            <a:defPPr>
              <a:defRPr lang="ru-RU"/>
            </a:defPPr>
          </a:lstStyle>
          <a:p>
            <a:r>
              <a:rPr lang="ru-RU" dirty="0"/>
              <a:t>Свобода человека как свобода народа, самопожертвование во имя свободы</a:t>
            </a:r>
          </a:p>
        </p:txBody>
      </p:sp>
      <p:sp>
        <p:nvSpPr>
          <p:cNvPr id="2" name="Заголовок 6">
            <a:extLst>
              <a:ext uri="{FF2B5EF4-FFF2-40B4-BE49-F238E27FC236}">
                <a16:creationId xmlns:a16="http://schemas.microsoft.com/office/drawing/2014/main" id="{11A3F2C2-0867-486B-818A-6EA78B40005D}"/>
              </a:ext>
            </a:extLst>
          </p:cNvPr>
          <p:cNvSpPr txBox="1">
            <a:spLocks/>
          </p:cNvSpPr>
          <p:nvPr/>
        </p:nvSpPr>
        <p:spPr>
          <a:xfrm>
            <a:off x="9546095" y="5006878"/>
            <a:ext cx="1471973" cy="1067997"/>
          </a:xfrm>
          <a:prstGeom prst="rect">
            <a:avLst/>
          </a:prstGeom>
        </p:spPr>
        <p:txBody>
          <a:bodyPr vert="horz" lIns="109728" tIns="109728" rIns="109728" bIns="91440" rtlCol="0" anchor="ctr" anchorCtr="0">
            <a:norm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4800" b="1" kern="1200" cap="all" spc="150" baseline="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ru-RU" sz="1200" dirty="0"/>
              <a:t>Выполнил:</a:t>
            </a:r>
          </a:p>
          <a:p>
            <a:r>
              <a:rPr lang="ru-RU" sz="1200" dirty="0"/>
              <a:t>Назаров Глеб</a:t>
            </a:r>
          </a:p>
          <a:p>
            <a:r>
              <a:rPr lang="ru-RU" sz="1200" dirty="0"/>
              <a:t>ИНС-б-о-25-1</a:t>
            </a:r>
          </a:p>
        </p:txBody>
      </p:sp>
    </p:spTree>
    <p:extLst>
      <p:ext uri="{BB962C8B-B14F-4D97-AF65-F5344CB8AC3E}">
        <p14:creationId xmlns:p14="http://schemas.microsoft.com/office/powerpoint/2010/main" val="232390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FDE6B89-9484-4E50-8387-C55E031D8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78" y="1088589"/>
            <a:ext cx="6623040" cy="1421898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4400" dirty="0"/>
              <a:t>Две грани свободы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EB58E2-A9A0-481A-8B5B-381B836CE4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7399" y="2916772"/>
            <a:ext cx="6622819" cy="2852639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800" dirty="0"/>
              <a:t>Личный выбор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800" dirty="0"/>
              <a:t>Общая судьба</a:t>
            </a:r>
          </a:p>
          <a:p>
            <a:r>
              <a:rPr lang="ru-RU" b="1" dirty="0"/>
              <a:t>Вопрос:</a:t>
            </a:r>
            <a:r>
              <a:rPr lang="ru-RU" dirty="0"/>
              <a:t> Может ли человек быть свободен в несвободной стране?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B9415F8-5C49-CCD5-C9E4-D32D64B10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670" y="1088589"/>
            <a:ext cx="4015714" cy="2559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F26E8BAA-C1F5-298E-7C65-705532A90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670" y="3648546"/>
            <a:ext cx="3998330" cy="2489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829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331CEB84-49DC-40A9-B2F0-D573658AE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8240" y="-439636"/>
            <a:ext cx="5120640" cy="339242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Не «я» против «мы», а «я» — часть «мы»</a:t>
            </a:r>
          </a:p>
        </p:txBody>
      </p:sp>
      <p:sp>
        <p:nvSpPr>
          <p:cNvPr id="15" name="Подзаголовок 14">
            <a:extLst>
              <a:ext uri="{FF2B5EF4-FFF2-40B4-BE49-F238E27FC236}">
                <a16:creationId xmlns:a16="http://schemas.microsoft.com/office/drawing/2014/main" id="{B7886DF7-FA3D-4AD1-AEC1-578EA3AC8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8240" y="3905213"/>
            <a:ext cx="4260679" cy="198008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Исторический код России: выжить и процветать можно только сообща.</a:t>
            </a:r>
          </a:p>
          <a:p>
            <a:r>
              <a:rPr lang="ru-RU" dirty="0"/>
              <a:t>Свобода — это уверенность в силе и свободе целого.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688A823-41CE-35DE-216F-D9EE7B7B15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C94CFE10-07DD-3C85-7D30-0C7FA7927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00" y="1075139"/>
            <a:ext cx="6391655" cy="503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9792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2095" y="843794"/>
            <a:ext cx="6678741" cy="3741551"/>
          </a:xfrm>
        </p:spPr>
        <p:txBody>
          <a:bodyPr vert="horz" lIns="109728" tIns="109728" rIns="109728" bIns="91440" rtlCol="0" anchor="ctr">
            <a:normAutofit/>
          </a:bodyPr>
          <a:lstStyle>
            <a:defPPr>
              <a:defRPr lang="ru-RU"/>
            </a:defPPr>
          </a:lstStyle>
          <a:p>
            <a:pPr algn="ctr"/>
            <a:r>
              <a:rPr lang="ru-RU" dirty="0"/>
              <a:t>Наш дом — Россия</a:t>
            </a:r>
          </a:p>
        </p:txBody>
      </p:sp>
      <p:sp>
        <p:nvSpPr>
          <p:cNvPr id="2" name="Подзаголовок 14">
            <a:extLst>
              <a:ext uri="{FF2B5EF4-FFF2-40B4-BE49-F238E27FC236}">
                <a16:creationId xmlns:a16="http://schemas.microsoft.com/office/drawing/2014/main" id="{1C665EBA-FAE2-D084-002F-BDEF07B76FEF}"/>
              </a:ext>
            </a:extLst>
          </p:cNvPr>
          <p:cNvSpPr txBox="1">
            <a:spLocks/>
          </p:cNvSpPr>
          <p:nvPr/>
        </p:nvSpPr>
        <p:spPr>
          <a:xfrm>
            <a:off x="1315856" y="4680642"/>
            <a:ext cx="4260679" cy="2073243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  <a:lvl1pPr marL="283464" indent="-28575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Wingdings" panose="05000000000000000000" pitchFamily="2" charset="2"/>
              <a:buChar char="§"/>
              <a:defRPr lang="ru-RU" sz="18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566928" indent="-28575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Wingdings" panose="05000000000000000000" pitchFamily="2" charset="2"/>
              <a:buChar char="§"/>
              <a:defRPr lang="ru-RU" sz="1600" i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850392" indent="-283464" algn="l" defTabSz="914400" rtl="0" eaLnBrk="1" latinLnBrk="0" hangingPunct="1">
              <a:lnSpc>
                <a:spcPct val="100000"/>
              </a:lnSpc>
              <a:spcBef>
                <a:spcPts val="930"/>
              </a:spcBef>
              <a:buFont typeface="Wingdings" panose="05000000000000000000" pitchFamily="2" charset="2"/>
              <a:buChar char="§"/>
              <a:defRPr lang="ru-RU" sz="1400" i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133856" indent="-283464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Wingdings" panose="05000000000000000000" pitchFamily="2" charset="2"/>
              <a:buChar char="§"/>
              <a:defRPr lang="ru-RU" sz="1400" i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417320" indent="-283464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Wingdings" panose="05000000000000000000" pitchFamily="2" charset="2"/>
              <a:buChar char="§"/>
              <a:defRPr lang="ru-RU" sz="1400" i="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lang="ru-RU"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lang="ru-RU"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lang="ru-RU"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lang="ru-RU"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b="0" dirty="0"/>
              <a:t>Личная свобода — это «комната» в доме.</a:t>
            </a:r>
          </a:p>
          <a:p>
            <a:r>
              <a:rPr lang="ru-RU" sz="1600" b="0" dirty="0"/>
              <a:t>Свобода народа — это «крепкий фундамент» и «стены».</a:t>
            </a:r>
          </a:p>
          <a:p>
            <a:r>
              <a:rPr lang="ru-RU" sz="1600" b="0" dirty="0"/>
              <a:t>Не будет дома — не будет и комнат.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67BDC031-2274-261A-E8F6-47CAF513F0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37428B74-57F2-8ADC-E4DF-BEC6D3431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0836" y="-2"/>
            <a:ext cx="5143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6022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AB65A9-1ACB-EE49-7672-A927F8F34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023" y="167463"/>
            <a:ext cx="6408058" cy="158089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Смутное время</a:t>
            </a:r>
            <a:br>
              <a:rPr lang="ru-RU" b="0" dirty="0"/>
            </a:b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BBAABBD-8A7F-A90C-3E5F-9B47E6255AA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140405" y="1959427"/>
            <a:ext cx="6408665" cy="2938498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r>
              <a:rPr lang="ru-RU" dirty="0"/>
              <a:t>Начало XVII века: государство распалось, нет законной власти</a:t>
            </a:r>
          </a:p>
          <a:p>
            <a:r>
              <a:rPr lang="ru-RU" dirty="0"/>
              <a:t>Народное ополчение Минина и Пожарского</a:t>
            </a:r>
          </a:p>
          <a:p>
            <a:r>
              <a:rPr lang="ru-RU" dirty="0"/>
              <a:t>Люди разных сословий жертвовали имуществом и жизнями</a:t>
            </a:r>
          </a:p>
          <a:p>
            <a:r>
              <a:rPr lang="ru-RU" dirty="0"/>
              <a:t>Пример: когда народ сам становится творцом своей свободы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512BE4-E43F-83B5-EE81-C743D9E7B4B5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12076A83-92EF-024C-9E67-A8761C366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24"/>
            <a:ext cx="48577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0108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B8109-2260-98AD-9C9F-AD68DF1FA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82FBB1-382C-FBC3-DFB0-502B9127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023" y="167463"/>
            <a:ext cx="6408058" cy="158089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1941-1945: Испытание на прочность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40E72F8-2B6B-E7A8-D9E1-1E18B648B4F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140416" y="2484528"/>
            <a:ext cx="6408665" cy="3744256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r>
              <a:rPr lang="ru-RU" dirty="0"/>
              <a:t>Угроза существованию народа.</a:t>
            </a:r>
          </a:p>
          <a:p>
            <a:r>
              <a:rPr lang="ru-RU" dirty="0"/>
              <a:t>Личная судьба стала частью общей.</a:t>
            </a:r>
          </a:p>
          <a:p>
            <a:r>
              <a:rPr lang="ru-RU" b="1" dirty="0"/>
              <a:t>Осознание:</a:t>
            </a:r>
            <a:r>
              <a:rPr lang="ru-RU" dirty="0"/>
              <a:t> Не будет свободной страны — не будет и наших прав.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F4F0C9-B426-1DC4-A480-FF41379068AA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1409093D-F530-8165-2019-F1AF72876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806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865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74C4E-596E-20B8-6173-C33E41B1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384FC076-0A32-97D2-A152-342A01C85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8240" y="-600703"/>
            <a:ext cx="5120640" cy="339242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Феномен самопожертвования</a:t>
            </a:r>
          </a:p>
        </p:txBody>
      </p:sp>
      <p:sp>
        <p:nvSpPr>
          <p:cNvPr id="15" name="Подзаголовок 14">
            <a:extLst>
              <a:ext uri="{FF2B5EF4-FFF2-40B4-BE49-F238E27FC236}">
                <a16:creationId xmlns:a16="http://schemas.microsoft.com/office/drawing/2014/main" id="{CF8AA918-2B8C-D9C3-A2AD-40226D884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8240" y="3429000"/>
            <a:ext cx="4260679" cy="245629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Внешний взгляд: трагедия, вынужденная жертва</a:t>
            </a:r>
          </a:p>
          <a:p>
            <a:r>
              <a:rPr lang="ru-RU" dirty="0"/>
              <a:t>Внутренний взгляд: осознанный выбор свободного человека</a:t>
            </a:r>
          </a:p>
          <a:p>
            <a:r>
              <a:rPr lang="ru-RU" dirty="0"/>
              <a:t>Момент истины, когда ценности важнее жизни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0B7DA5E-0027-0B0D-B795-45819E7F81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4072225F-8B30-761A-64AB-2891A8026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99" y="1065644"/>
            <a:ext cx="6391656" cy="501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333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628" y="1034477"/>
            <a:ext cx="9380431" cy="2614551"/>
          </a:xfrm>
        </p:spPr>
        <p:txBody>
          <a:bodyPr vert="horz" lIns="109728" tIns="109728" rIns="109728" bIns="91440" rtlCol="0" anchor="b">
            <a:normAutofit/>
          </a:bodyPr>
          <a:lstStyle>
            <a:defPPr>
              <a:defRPr lang="ru-RU"/>
            </a:defPPr>
          </a:lstStyle>
          <a:p>
            <a:r>
              <a:rPr lang="ru-RU" dirty="0"/>
              <a:t>Цена выбора:</a:t>
            </a:r>
            <a:br>
              <a:rPr lang="ru-RU" b="0" dirty="0"/>
            </a:b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C94F61A-46C1-B831-7EC4-687DF1C75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86177" y="3649028"/>
            <a:ext cx="9380431" cy="216471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b="1" dirty="0"/>
              <a:t>Моя жизнь</a:t>
            </a:r>
            <a:r>
              <a:rPr lang="ru-RU" dirty="0"/>
              <a:t> ←свободная воля→ </a:t>
            </a:r>
            <a:r>
              <a:rPr lang="ru-RU" b="1" dirty="0"/>
              <a:t>Их будущее</a:t>
            </a:r>
            <a:endParaRPr lang="ru-RU" dirty="0"/>
          </a:p>
          <a:p>
            <a:r>
              <a:rPr lang="ru-RU" dirty="0"/>
              <a:t>(Жизнь детей, свобода товарищей, судьба Родины)</a:t>
            </a:r>
          </a:p>
          <a:p>
            <a:pPr rtl="0"/>
            <a:endParaRPr lang="ru-RU" dirty="0"/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18BB1FBA-86A8-4BAD-CDAE-0C30E5E4D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253" y="898675"/>
            <a:ext cx="3049705" cy="2614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1549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2" y="4873752"/>
            <a:ext cx="10013709" cy="103327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Это не отказ от свободы, а ее высшее проявление</a:t>
            </a:r>
            <a:endParaRPr lang="ru-RU" b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1BF1AC-C624-2AD2-DA0F-335AB7BA2CA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965950" y="501650"/>
            <a:ext cx="4754563" cy="3719513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Самопожертвование — это не исчезновение, а преображение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Человек вписывает свое «я» в историю народа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Подвиг становится символом и частью коллективной памяти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Так рождается связь между поколениями</a:t>
            </a:r>
          </a:p>
        </p:txBody>
      </p:sp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4B902D70-5798-CA93-22F8-91447ECAE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919" y="872292"/>
            <a:ext cx="4623148" cy="297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0700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0D2769-08DE-E62F-163A-27A5442A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511" y="2890318"/>
            <a:ext cx="7042570" cy="1077363"/>
          </a:xfrm>
        </p:spPr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dirty="0"/>
              <a:t>Свобода человека — в силе и единстве его народа</a:t>
            </a:r>
          </a:p>
        </p:txBody>
      </p:sp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E9781EA3-4481-7C52-4F77-B55EDA301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107634"/>
            <a:ext cx="3983525" cy="23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Picture background">
            <a:extLst>
              <a:ext uri="{FF2B5EF4-FFF2-40B4-BE49-F238E27FC236}">
                <a16:creationId xmlns:a16="http://schemas.microsoft.com/office/drawing/2014/main" id="{F30DE078-2507-65C7-0730-EA596A53C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3429000"/>
            <a:ext cx="3983525" cy="2684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057152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Calibri"/>
      </a:majorFont>
      <a:minorFont>
        <a:latin typeface="Meiryo"/>
        <a:ea typeface=""/>
        <a:cs typeface="Calibri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000440_Win32_SL_V16" id="{CF0BD908-D97F-4F3D-93F8-5C13D62FEC7B}" vid="{3157B129-F0C3-4A9B-9964-A8F791E45FA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C1AA24C-4CA6-40FF-8947-DA1F6F474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FF477C-132F-44F8-8C56-EBFF95FAF97B}">
  <ds:schemaRefs>
    <ds:schemaRef ds:uri="http://purl.org/dc/dcmitype/"/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230e9df3-be65-4c73-a93b-d1236ebd677e"/>
    <ds:schemaRef ds:uri="http://purl.org/dc/terms/"/>
    <ds:schemaRef ds:uri="16c05727-aa75-4e4a-9b5f-8a80a1165891"/>
    <ds:schemaRef ds:uri="71af3243-3dd4-4a8d-8c0d-dd76da1f02a5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TM56000440_Win32_SL_V17</Template>
  <TotalTime>88</TotalTime>
  <Words>271</Words>
  <Application>Microsoft Office PowerPoint</Application>
  <PresentationFormat>Широкоэкранный</PresentationFormat>
  <Paragraphs>47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Calibri</vt:lpstr>
      <vt:lpstr>Corbel</vt:lpstr>
      <vt:lpstr>Wingdings</vt:lpstr>
      <vt:lpstr>Пользовательская</vt:lpstr>
      <vt:lpstr>Свобода человека как свобода народа, самопожертвование во имя свободы</vt:lpstr>
      <vt:lpstr>Две грани свободы</vt:lpstr>
      <vt:lpstr>Не «я» против «мы», а «я» — часть «мы»</vt:lpstr>
      <vt:lpstr>Наш дом — Россия</vt:lpstr>
      <vt:lpstr>Смутное время </vt:lpstr>
      <vt:lpstr>1941-1945: Испытание на прочность</vt:lpstr>
      <vt:lpstr>Феномен самопожертвования</vt:lpstr>
      <vt:lpstr>Цена выбора: </vt:lpstr>
      <vt:lpstr>Это не отказ от свободы, а ее высшее проявление</vt:lpstr>
      <vt:lpstr>Свобода человека — в силе и единстве его народа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Глеб Назаров</cp:lastModifiedBy>
  <cp:revision>5</cp:revision>
  <dcterms:created xsi:type="dcterms:W3CDTF">2024-02-14T18:58:31Z</dcterms:created>
  <dcterms:modified xsi:type="dcterms:W3CDTF">2025-11-16T11:54:29Z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